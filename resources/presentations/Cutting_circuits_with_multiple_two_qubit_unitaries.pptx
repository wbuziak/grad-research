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55.xml" ContentType="application/vnd.openxmlformats-officedocument.theme+xml"/>
  <Override PartName="/ppt/theme/theme28.xml" ContentType="application/vnd.openxmlformats-officedocument.theme+xml"/>
  <Override PartName="/ppt/theme/theme2.xml" ContentType="application/vnd.openxmlformats-officedocument.theme+xml"/>
  <Override PartName="/ppt/theme/theme56.xml" ContentType="application/vnd.openxmlformats-officedocument.theme+xml"/>
  <Override PartName="/ppt/theme/theme29.xml" ContentType="application/vnd.openxmlformats-officedocument.theme+xml"/>
  <Override PartName="/ppt/theme/theme17.xml" ContentType="application/vnd.openxmlformats-officedocument.theme+xml"/>
  <Override PartName="/ppt/theme/theme6.xml" ContentType="application/vnd.openxmlformats-officedocument.theme+xml"/>
  <Override PartName="/ppt/theme/theme13.xml" ContentType="application/vnd.openxmlformats-officedocument.theme+xml"/>
  <Override PartName="/ppt/theme/theme18.xml" ContentType="application/vnd.openxmlformats-officedocument.theme+xml"/>
  <Override PartName="/ppt/theme/theme7.xml" ContentType="application/vnd.openxmlformats-officedocument.theme+xml"/>
  <Override PartName="/ppt/theme/theme14.xml" ContentType="application/vnd.openxmlformats-officedocument.theme+xml"/>
  <Override PartName="/ppt/theme/theme19.xml" ContentType="application/vnd.openxmlformats-officedocument.theme+xml"/>
  <Override PartName="/ppt/theme/theme10.xml" ContentType="application/vnd.openxmlformats-officedocument.theme+xml"/>
  <Override PartName="/ppt/theme/theme69.xml" ContentType="application/vnd.openxmlformats-officedocument.theme+xml"/>
  <Override PartName="/ppt/theme/theme3.xml" ContentType="application/vnd.openxmlformats-officedocument.theme+xml"/>
  <Override PartName="/ppt/theme/theme57.xml" ContentType="application/vnd.openxmlformats-officedocument.theme+xml"/>
  <Override PartName="/ppt/theme/theme8.xml" ContentType="application/vnd.openxmlformats-officedocument.theme+xml"/>
  <Override PartName="/ppt/theme/theme15.xml" ContentType="application/vnd.openxmlformats-officedocument.theme+xml"/>
  <Override PartName="/ppt/theme/theme11.xml" ContentType="application/vnd.openxmlformats-officedocument.theme+xml"/>
  <Override PartName="/ppt/theme/theme4.xml" ContentType="application/vnd.openxmlformats-officedocument.theme+xml"/>
  <Override PartName="/ppt/theme/theme58.xml" ContentType="application/vnd.openxmlformats-officedocument.theme+xml"/>
  <Override PartName="/ppt/theme/theme9.xml" ContentType="application/vnd.openxmlformats-officedocument.theme+xml"/>
  <Override PartName="/ppt/theme/theme16.xml" ContentType="application/vnd.openxmlformats-officedocument.theme+xml"/>
  <Override PartName="/ppt/theme/theme12.xml" ContentType="application/vnd.openxmlformats-officedocument.theme+xml"/>
  <Override PartName="/ppt/theme/theme5.xml" ContentType="application/vnd.openxmlformats-officedocument.theme+xml"/>
  <Override PartName="/ppt/theme/theme59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40.xml" ContentType="application/vnd.openxmlformats-officedocument.theme+xml"/>
  <Override PartName="/ppt/theme/theme41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44.xml" ContentType="application/vnd.openxmlformats-officedocument.theme+xml"/>
  <Override PartName="/ppt/theme/theme45.xml" ContentType="application/vnd.openxmlformats-officedocument.theme+xml"/>
  <Override PartName="/ppt/theme/theme50.xml" ContentType="application/vnd.openxmlformats-officedocument.theme+xml"/>
  <Override PartName="/ppt/theme/theme51.xml" ContentType="application/vnd.openxmlformats-officedocument.theme+xml"/>
  <Override PartName="/ppt/theme/theme52.xml" ContentType="application/vnd.openxmlformats-officedocument.theme+xml"/>
  <Override PartName="/ppt/theme/theme53.xml" ContentType="application/vnd.openxmlformats-officedocument.theme+xml"/>
  <Override PartName="/ppt/theme/theme54.xml" ContentType="application/vnd.openxmlformats-officedocument.theme+xml"/>
  <Override PartName="/ppt/theme/theme27.xml" ContentType="application/vnd.openxmlformats-officedocument.theme+xml"/>
  <Override PartName="/ppt/theme/theme60.xml" ContentType="application/vnd.openxmlformats-officedocument.theme+xml"/>
  <Override PartName="/ppt/theme/theme46.xml" ContentType="application/vnd.openxmlformats-officedocument.theme+xml"/>
  <Override PartName="/ppt/theme/theme61.xml" ContentType="application/vnd.openxmlformats-officedocument.theme+xml"/>
  <Override PartName="/ppt/theme/theme47.xml" ContentType="application/vnd.openxmlformats-officedocument.theme+xml"/>
  <Override PartName="/ppt/theme/theme62.xml" ContentType="application/vnd.openxmlformats-officedocument.theme+xml"/>
  <Override PartName="/ppt/theme/theme48.xml" ContentType="application/vnd.openxmlformats-officedocument.theme+xml"/>
  <Override PartName="/ppt/theme/theme63.xml" ContentType="application/vnd.openxmlformats-officedocument.theme+xml"/>
  <Override PartName="/ppt/theme/theme49.xml" ContentType="application/vnd.openxmlformats-officedocument.theme+xml"/>
  <Override PartName="/ppt/theme/theme64.xml" ContentType="application/vnd.openxmlformats-officedocument.theme+xml"/>
  <Override PartName="/ppt/theme/theme37.xml" ContentType="application/vnd.openxmlformats-officedocument.theme+xml"/>
  <Override PartName="/ppt/theme/theme70.xml" ContentType="application/vnd.openxmlformats-officedocument.theme+xml"/>
  <Override PartName="/ppt/theme/theme65.xml" ContentType="application/vnd.openxmlformats-officedocument.theme+xml"/>
  <Override PartName="/ppt/theme/theme38.xml" ContentType="application/vnd.openxmlformats-officedocument.theme+xml"/>
  <Override PartName="/ppt/theme/theme71.xml" ContentType="application/vnd.openxmlformats-officedocument.theme+xml"/>
  <Override PartName="/ppt/theme/theme66.xml" ContentType="application/vnd.openxmlformats-officedocument.theme+xml"/>
  <Override PartName="/ppt/theme/theme39.xml" ContentType="application/vnd.openxmlformats-officedocument.theme+xml"/>
  <Override PartName="/ppt/theme/theme72.xml" ContentType="application/vnd.openxmlformats-officedocument.theme+xml"/>
  <Override PartName="/ppt/theme/theme67.xml" ContentType="application/vnd.openxmlformats-officedocument.theme+xml"/>
  <Override PartName="/ppt/theme/theme20.xml" ContentType="application/vnd.openxmlformats-officedocument.theme+xml"/>
  <Override PartName="/ppt/theme/theme73.xml" ContentType="application/vnd.openxmlformats-officedocument.theme+xml"/>
  <Override PartName="/ppt/theme/theme68.xml" ContentType="application/vnd.openxmlformats-officedocument.theme+xml"/>
  <Override PartName="/ppt/theme/theme21.xml" ContentType="application/vnd.openxmlformats-officedocument.theme+xml"/>
  <Override PartName="/ppt/theme/theme74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Masters/_rels/slideMaster73.xml.rels" ContentType="application/vnd.openxmlformats-package.relationships+xml"/>
  <Override PartName="/ppt/slideMasters/_rels/slideMaster58.xml.rels" ContentType="application/vnd.openxmlformats-package.relationships+xml"/>
  <Override PartName="/ppt/slideMasters/_rels/slideMaster67.xml.rels" ContentType="application/vnd.openxmlformats-package.relationships+xml"/>
  <Override PartName="/ppt/slideMasters/_rels/slideMaster72.xml.rels" ContentType="application/vnd.openxmlformats-package.relationships+xml"/>
  <Override PartName="/ppt/slideMasters/_rels/slideMaster57.xml.rels" ContentType="application/vnd.openxmlformats-package.relationships+xml"/>
  <Override PartName="/ppt/slideMasters/_rels/slideMaster66.xml.rels" ContentType="application/vnd.openxmlformats-package.relationships+xml"/>
  <Override PartName="/ppt/slideMasters/_rels/slideMaster71.xml.rels" ContentType="application/vnd.openxmlformats-package.relationships+xml"/>
  <Override PartName="/ppt/slideMasters/_rels/slideMaster56.xml.rels" ContentType="application/vnd.openxmlformats-package.relationships+xml"/>
  <Override PartName="/ppt/slideMasters/_rels/slideMaster65.xml.rels" ContentType="application/vnd.openxmlformats-package.relationships+xml"/>
  <Override PartName="/ppt/slideMasters/_rels/slideMaster68.xml.rels" ContentType="application/vnd.openxmlformats-package.relationships+xml"/>
  <Override PartName="/ppt/slideMasters/_rels/slideMaster70.xml.rels" ContentType="application/vnd.openxmlformats-package.relationships+xml"/>
  <Override PartName="/ppt/slideMasters/_rels/slideMaster55.xml.rels" ContentType="application/vnd.openxmlformats-package.relationships+xml"/>
  <Override PartName="/ppt/slideMasters/_rels/slideMaster64.xml.rels" ContentType="application/vnd.openxmlformats-package.relationships+xml"/>
  <Override PartName="/ppt/slideMasters/_rels/slideMaster63.xml.rels" ContentType="application/vnd.openxmlformats-package.relationships+xml"/>
  <Override PartName="/ppt/slideMasters/_rels/slideMaster62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61.xml.rels" ContentType="application/vnd.openxmlformats-package.relationships+xml"/>
  <Override PartName="/ppt/slideMasters/_rels/slideMaster60.xml.rels" ContentType="application/vnd.openxmlformats-package.relationships+xml"/>
  <Override PartName="/ppt/slideMasters/_rels/slideMaster59.xml.rels" ContentType="application/vnd.openxmlformats-package.relationships+xml"/>
  <Override PartName="/ppt/slideMasters/_rels/slideMaster54.xml.rels" ContentType="application/vnd.openxmlformats-package.relationships+xml"/>
  <Override PartName="/ppt/slideMasters/_rels/slideMaster53.xml.rels" ContentType="application/vnd.openxmlformats-package.relationships+xml"/>
  <Override PartName="/ppt/slideMasters/_rels/slideMaster52.xml.rels" ContentType="application/vnd.openxmlformats-package.relationships+xml"/>
  <Override PartName="/ppt/slideMasters/_rels/slideMaster51.xml.rels" ContentType="application/vnd.openxmlformats-package.relationships+xml"/>
  <Override PartName="/ppt/slideMasters/_rels/slideMaster50.xml.rels" ContentType="application/vnd.openxmlformats-package.relationships+xml"/>
  <Override PartName="/ppt/slideMasters/_rels/slideMaster49.xml.rels" ContentType="application/vnd.openxmlformats-package.relationships+xml"/>
  <Override PartName="/ppt/slideMasters/_rels/slideMaster4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4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47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44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43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45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7.xml.rels" ContentType="application/vnd.openxmlformats-package.relationships+xml"/>
  <Override PartName="/ppt/slideMasters/slideMaster37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69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52.xml" ContentType="application/vnd.openxmlformats-officedocument.presentationml.slideMaster+xml"/>
  <Override PartName="/ppt/slideMasters/slideMaster53.xml" ContentType="application/vnd.openxmlformats-officedocument.presentationml.slideMaster+xml"/>
  <Override PartName="/ppt/slideMasters/slideMaster54.xml" ContentType="application/vnd.openxmlformats-officedocument.presentationml.slideMaster+xml"/>
  <Override PartName="/ppt/slideMasters/slideMaster59.xml" ContentType="application/vnd.openxmlformats-officedocument.presentationml.slideMaster+xml"/>
  <Override PartName="/ppt/slideMasters/slideMaster60.xml" ContentType="application/vnd.openxmlformats-officedocument.presentationml.slideMaster+xml"/>
  <Override PartName="/ppt/slideMasters/slideMaster6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Masters/slideMaster64.xml" ContentType="application/vnd.openxmlformats-officedocument.presentationml.slideMaster+xml"/>
  <Override PartName="/ppt/slideMasters/slideMaster55.xml" ContentType="application/vnd.openxmlformats-officedocument.presentationml.slideMaster+xml"/>
  <Override PartName="/ppt/slideMasters/slideMaster70.xml" ContentType="application/vnd.openxmlformats-officedocument.presentationml.slideMaster+xml"/>
  <Override PartName="/ppt/slideMasters/slideMaster68.xml" ContentType="application/vnd.openxmlformats-officedocument.presentationml.slideMaster+xml"/>
  <Override PartName="/ppt/slideMasters/slideMaster65.xml" ContentType="application/vnd.openxmlformats-officedocument.presentationml.slideMaster+xml"/>
  <Override PartName="/ppt/slideMasters/slideMaster56.xml" ContentType="application/vnd.openxmlformats-officedocument.presentationml.slideMaster+xml"/>
  <Override PartName="/ppt/slideMasters/slideMaster71.xml" ContentType="application/vnd.openxmlformats-officedocument.presentationml.slideMaster+xml"/>
  <Override PartName="/ppt/slideMasters/slideMaster66.xml" ContentType="application/vnd.openxmlformats-officedocument.presentationml.slideMaster+xml"/>
  <Override PartName="/ppt/slideMasters/slideMaster57.xml" ContentType="application/vnd.openxmlformats-officedocument.presentationml.slideMaster+xml"/>
  <Override PartName="/ppt/slideMasters/slideMaster72.xml" ContentType="application/vnd.openxmlformats-officedocument.presentationml.slideMaster+xml"/>
  <Override PartName="/ppt/slideMasters/slideMaster67.xml" ContentType="application/vnd.openxmlformats-officedocument.presentationml.slideMaster+xml"/>
  <Override PartName="/ppt/slideMasters/slideMaster58.xml" ContentType="application/vnd.openxmlformats-officedocument.presentationml.slideMaster+xml"/>
  <Override PartName="/ppt/slideMasters/slideMaster73.xml" ContentType="application/vnd.openxmlformats-officedocument.presentationml.slideMaster+xml"/>
  <Override PartName="/ppt/_rels/presentation.xml.rels" ContentType="application/vnd.openxmlformats-package.relationship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_rels/slideLayout77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4.xml.rels" ContentType="application/vnd.openxmlformats-package.relationships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  <p:sldMasterId id="2147483732" r:id="rId44"/>
    <p:sldMasterId id="2147483734" r:id="rId45"/>
    <p:sldMasterId id="2147483736" r:id="rId46"/>
    <p:sldMasterId id="2147483738" r:id="rId47"/>
    <p:sldMasterId id="2147483740" r:id="rId48"/>
    <p:sldMasterId id="2147483742" r:id="rId49"/>
    <p:sldMasterId id="2147483744" r:id="rId50"/>
    <p:sldMasterId id="2147483746" r:id="rId51"/>
    <p:sldMasterId id="2147483748" r:id="rId52"/>
    <p:sldMasterId id="2147483750" r:id="rId53"/>
    <p:sldMasterId id="2147483752" r:id="rId54"/>
    <p:sldMasterId id="2147483754" r:id="rId55"/>
    <p:sldMasterId id="2147483756" r:id="rId56"/>
    <p:sldMasterId id="2147483758" r:id="rId57"/>
    <p:sldMasterId id="2147483760" r:id="rId58"/>
    <p:sldMasterId id="2147483766" r:id="rId59"/>
    <p:sldMasterId id="2147483768" r:id="rId60"/>
    <p:sldMasterId id="2147483770" r:id="rId61"/>
    <p:sldMasterId id="2147483772" r:id="rId62"/>
    <p:sldMasterId id="2147483774" r:id="rId63"/>
    <p:sldMasterId id="2147483776" r:id="rId64"/>
    <p:sldMasterId id="2147483778" r:id="rId65"/>
    <p:sldMasterId id="2147483780" r:id="rId66"/>
    <p:sldMasterId id="2147483782" r:id="rId67"/>
    <p:sldMasterId id="2147483784" r:id="rId68"/>
    <p:sldMasterId id="2147483786" r:id="rId69"/>
    <p:sldMasterId id="2147483788" r:id="rId70"/>
    <p:sldMasterId id="2147483790" r:id="rId71"/>
    <p:sldMasterId id="2147483792" r:id="rId72"/>
    <p:sldMasterId id="2147483794" r:id="rId73"/>
    <p:sldMasterId id="2147483796" r:id="rId74"/>
  </p:sldMasterIdLst>
  <p:notesMasterIdLst>
    <p:notesMasterId r:id="rId75"/>
  </p:notesMasterIdLst>
  <p:sldIdLst>
    <p:sldId id="256" r:id="rId76"/>
    <p:sldId id="257" r:id="rId77"/>
    <p:sldId id="258" r:id="rId78"/>
    <p:sldId id="259" r:id="rId79"/>
    <p:sldId id="260" r:id="rId80"/>
    <p:sldId id="261" r:id="rId81"/>
    <p:sldId id="262" r:id="rId82"/>
    <p:sldId id="263" r:id="rId83"/>
  </p:sldIdLst>
  <p:sldSz cx="9144000" cy="514826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Master" Target="slideMasters/slideMaster50.xml"/><Relationship Id="rId52" Type="http://schemas.openxmlformats.org/officeDocument/2006/relationships/slideMaster" Target="slideMasters/slideMaster51.xml"/><Relationship Id="rId53" Type="http://schemas.openxmlformats.org/officeDocument/2006/relationships/slideMaster" Target="slideMasters/slideMaster52.xml"/><Relationship Id="rId54" Type="http://schemas.openxmlformats.org/officeDocument/2006/relationships/slideMaster" Target="slideMasters/slideMaster53.xml"/><Relationship Id="rId55" Type="http://schemas.openxmlformats.org/officeDocument/2006/relationships/slideMaster" Target="slideMasters/slideMaster54.xml"/><Relationship Id="rId56" Type="http://schemas.openxmlformats.org/officeDocument/2006/relationships/slideMaster" Target="slideMasters/slideMaster55.xml"/><Relationship Id="rId57" Type="http://schemas.openxmlformats.org/officeDocument/2006/relationships/slideMaster" Target="slideMasters/slideMaster56.xml"/><Relationship Id="rId58" Type="http://schemas.openxmlformats.org/officeDocument/2006/relationships/slideMaster" Target="slideMasters/slideMaster57.xml"/><Relationship Id="rId59" Type="http://schemas.openxmlformats.org/officeDocument/2006/relationships/slideMaster" Target="slideMasters/slideMaster58.xml"/><Relationship Id="rId60" Type="http://schemas.openxmlformats.org/officeDocument/2006/relationships/slideMaster" Target="slideMasters/slideMaster59.xml"/><Relationship Id="rId61" Type="http://schemas.openxmlformats.org/officeDocument/2006/relationships/slideMaster" Target="slideMasters/slideMaster60.xml"/><Relationship Id="rId62" Type="http://schemas.openxmlformats.org/officeDocument/2006/relationships/slideMaster" Target="slideMasters/slideMaster61.xml"/><Relationship Id="rId63" Type="http://schemas.openxmlformats.org/officeDocument/2006/relationships/slideMaster" Target="slideMasters/slideMaster62.xml"/><Relationship Id="rId64" Type="http://schemas.openxmlformats.org/officeDocument/2006/relationships/slideMaster" Target="slideMasters/slideMaster63.xml"/><Relationship Id="rId65" Type="http://schemas.openxmlformats.org/officeDocument/2006/relationships/slideMaster" Target="slideMasters/slideMaster64.xml"/><Relationship Id="rId66" Type="http://schemas.openxmlformats.org/officeDocument/2006/relationships/slideMaster" Target="slideMasters/slideMaster65.xml"/><Relationship Id="rId67" Type="http://schemas.openxmlformats.org/officeDocument/2006/relationships/slideMaster" Target="slideMasters/slideMaster66.xml"/><Relationship Id="rId68" Type="http://schemas.openxmlformats.org/officeDocument/2006/relationships/slideMaster" Target="slideMasters/slideMaster67.xml"/><Relationship Id="rId69" Type="http://schemas.openxmlformats.org/officeDocument/2006/relationships/slideMaster" Target="slideMasters/slideMaster68.xml"/><Relationship Id="rId70" Type="http://schemas.openxmlformats.org/officeDocument/2006/relationships/slideMaster" Target="slideMasters/slideMaster69.xml"/><Relationship Id="rId71" Type="http://schemas.openxmlformats.org/officeDocument/2006/relationships/slideMaster" Target="slideMasters/slideMaster70.xml"/><Relationship Id="rId72" Type="http://schemas.openxmlformats.org/officeDocument/2006/relationships/slideMaster" Target="slideMasters/slideMaster71.xml"/><Relationship Id="rId73" Type="http://schemas.openxmlformats.org/officeDocument/2006/relationships/slideMaster" Target="slideMasters/slideMaster72.xml"/><Relationship Id="rId74" Type="http://schemas.openxmlformats.org/officeDocument/2006/relationships/slideMaster" Target="slideMasters/slideMaster73.xml"/><Relationship Id="rId75" Type="http://schemas.openxmlformats.org/officeDocument/2006/relationships/notesMaster" Target="notesMasters/notesMaster1.xml"/><Relationship Id="rId76" Type="http://schemas.openxmlformats.org/officeDocument/2006/relationships/slide" Target="slides/slide1.xml"/><Relationship Id="rId77" Type="http://schemas.openxmlformats.org/officeDocument/2006/relationships/slide" Target="slides/slide2.xml"/><Relationship Id="rId78" Type="http://schemas.openxmlformats.org/officeDocument/2006/relationships/slide" Target="slides/slide3.xml"/><Relationship Id="rId79" Type="http://schemas.openxmlformats.org/officeDocument/2006/relationships/slide" Target="slides/slide4.xml"/><Relationship Id="rId80" Type="http://schemas.openxmlformats.org/officeDocument/2006/relationships/slide" Target="slides/slide5.xml"/><Relationship Id="rId81" Type="http://schemas.openxmlformats.org/officeDocument/2006/relationships/slide" Target="slides/slide6.xml"/><Relationship Id="rId82" Type="http://schemas.openxmlformats.org/officeDocument/2006/relationships/slide" Target="slides/slide7.xml"/><Relationship Id="rId83" Type="http://schemas.openxmlformats.org/officeDocument/2006/relationships/slide" Target="slides/slide8.xml"/><Relationship Id="rId8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7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3" name="PlaceHolder 4"/>
          <p:cNvSpPr>
            <a:spLocks noGrp="1"/>
          </p:cNvSpPr>
          <p:nvPr>
            <p:ph type="dt" idx="7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4" name="PlaceHolder 5"/>
          <p:cNvSpPr>
            <a:spLocks noGrp="1"/>
          </p:cNvSpPr>
          <p:nvPr>
            <p:ph type="ftr" idx="7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5" name="PlaceHolder 6"/>
          <p:cNvSpPr>
            <a:spLocks noGrp="1"/>
          </p:cNvSpPr>
          <p:nvPr>
            <p:ph type="sldNum" idx="7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DA4DE45-B9BE-4B08-B2B5-96F5470EF9FE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080" cy="307152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1640" cy="358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5704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1B7AB2-C085-42F7-A218-39088FEDC7C1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080" cy="307152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1640" cy="358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5704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3A158B-3078-4209-8625-74615207F97A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080" cy="307152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1640" cy="358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5704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C50BE6-5453-43DC-8F07-32F9003C7DE0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080" cy="307152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1640" cy="358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5704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4FFB44-B6CF-4FA6-AB96-CC2BFFE6B606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080" cy="307152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1640" cy="358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5704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883712-BCA0-4151-BFD5-7FA84E806528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080" cy="307152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1640" cy="358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5704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97AC08-7C31-4102-AF1A-6A4C3839089D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080" cy="307152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1640" cy="358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5704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B580BF-446E-4A7D-9AA1-2410525DA900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080" cy="307152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1640" cy="358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5704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B5C0D9-2646-4747-A5B9-9E67A82D01EC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5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6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7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8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2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3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4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6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7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7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7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7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7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8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9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0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4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5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7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8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9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0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1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2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0526392-C0C3-4FBC-9BA7-29133873CA6B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ADDAD3-CDEB-4D47-9A29-CF19AA7F3192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28F7DCA-3DEA-4D22-80B1-327A5FD59E68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8C1F347B-D4D1-48D4-81A3-92106378B092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356D5A7-4235-48D6-864C-9D99C880EA9E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680A5C1-08EF-4090-A9AF-755D5AA13459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98714AEF-B04E-45F2-B787-76A3FC5BE532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A9516DD-CA9B-4C93-BA7B-C9CB878E6850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9B3278F-75BE-48CE-8740-8F89B7B4A924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A941E145-04EF-4267-A57E-29F7089FA5AC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452457E-DF50-4EAD-83C4-743101EAAC64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9466BF5-86E3-475E-8A07-AEC1E5404B58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AD8EF054-1C0B-4256-ABA0-524CEC0C7316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AE90BCD-1F56-49A1-B656-A2EC33B61FFE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990C2E5-D293-48D8-AA0A-26C30244357A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93BAC2C2-FCA0-405E-879C-263FA70EBDC4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63672AC-413B-42EC-9327-C1EA4A83786C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C8E4C815-001C-44F3-8090-10B60F21B5C4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F2F85B92-3768-477E-95CE-693E904E4106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3FB38A2-4FCC-4646-976B-5CD8708B0C42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E2145AE8-6DF3-4B46-8D10-741A34FF7A30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9BB75DE0-0191-4678-94BE-DEF42F2D43C2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C1757EB-79CC-4DBD-A93D-F6B4F351A81A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7F6F2EC-3968-4F63-A8CC-998869DCE985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2C945074-7E08-4F69-AAAB-7D03045A503B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36B2554-6EE3-4718-B497-EE705DECD977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5D015E57-755B-4E66-924B-150F4CFEE439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FC55A9FC-8D1A-41EB-9538-F4A1375C40B0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F91611A-577C-46C8-9152-EA035284E953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6AAB9B0C-6FB6-47EE-B7C8-0805B3D984E9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EAF6A8DC-EB35-4E3F-B78F-9BC58A09F7BA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1C72648-4727-4D3B-8E33-724C648FF0DE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5907FEA-DF93-435F-BD0F-486E44615FD7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6A9700BC-DC2E-4FBC-93D0-9166ACA696F1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80A850D-E5CD-4D01-85DD-D294632BA2DD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FC5747FC-3653-443B-8135-2611FE488148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94CB33B0-2FE4-4C88-B0DD-206C77D69CA0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4A22BD6-4B11-4C3F-AB19-68A889B7512B}" type="slidenum">
              <a:t>&lt;#&gt;</a:t>
            </a:fld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646028E5-F9C6-4649-8A02-BAC575D40F8F}" type="slidenum">
              <a:t>&lt;#&gt;</a:t>
            </a:fld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D7C62E1A-1D94-424B-AA25-8892D88C69C5}" type="slidenum">
              <a:t>&lt;#&gt;</a:t>
            </a:fld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3B68F3E-D517-4CCC-BB79-287B0F7ECE41}" type="slidenum">
              <a:t>&lt;#&gt;</a:t>
            </a:fld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8AB86160-0899-4FE3-A13C-3E674926710C}" type="slidenum">
              <a:t>&lt;#&gt;</a:t>
            </a:fld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3"/>
          </p:nvPr>
        </p:nvSpPr>
        <p:spPr/>
        <p:txBody>
          <a:bodyPr/>
          <a:p>
            <a:fld id="{E28EA760-E48D-4908-8588-0CAB571E36F7}" type="slidenum">
              <a:t>&lt;#&gt;</a:t>
            </a:fld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805BD600-386D-434C-95B3-8B5F8C75BDE2}" type="slidenum">
              <a:t>&lt;#&gt;</a:t>
            </a:fld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DEE829BB-5682-48F1-8AA5-0615014FE26A}" type="slidenum">
              <a:t>&lt;#&gt;</a:t>
            </a:fld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p>
            <a:fld id="{CD620EB5-F939-476A-B97B-6D0DAD5FEBD9}" type="slidenum">
              <a:t>&lt;#&gt;</a:t>
            </a:fld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F95BC600-C9E0-4874-8B63-075AE100C0A5}" type="slidenum">
              <a:t>&lt;#&gt;</a:t>
            </a:fld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9843869D-6040-40B3-9B05-1C88E07BFCF9}" type="slidenum">
              <a:t>&lt;#&gt;</a:t>
            </a:fld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9"/>
          </p:nvPr>
        </p:nvSpPr>
        <p:spPr/>
        <p:txBody>
          <a:bodyPr/>
          <a:p>
            <a:fld id="{F65966EB-D6BA-4798-AD60-CA18268FCDBF}" type="slidenum">
              <a:t>&lt;#&gt;</a:t>
            </a:fld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96A13859-2AA2-454C-8864-D149BA879A85}" type="slidenum">
              <a:t>&lt;#&gt;</a:t>
            </a:fld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1"/>
          </p:nvPr>
        </p:nvSpPr>
        <p:spPr/>
        <p:txBody>
          <a:bodyPr/>
          <a:p>
            <a:fld id="{A316A931-D40B-43A1-AEB4-0A2DD63CA557}" type="slidenum">
              <a:t>&lt;#&gt;</a:t>
            </a:fld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2"/>
          </p:nvPr>
        </p:nvSpPr>
        <p:spPr/>
        <p:txBody>
          <a:bodyPr/>
          <a:p>
            <a:fld id="{95C25290-1929-4E7D-9177-3F15AAAB4541}" type="slidenum">
              <a:t>&lt;#&gt;</a:t>
            </a:fld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B090518-53B9-4CB2-9E83-992555F9E8FD}" type="slidenum">
              <a:t>&lt;#&gt;</a:t>
            </a:fld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6D9926B1-E432-4D90-BD05-1906A9D96771}" type="slidenum">
              <a:t>&lt;#&gt;</a:t>
            </a:fld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5"/>
          </p:nvPr>
        </p:nvSpPr>
        <p:spPr/>
        <p:txBody>
          <a:bodyPr/>
          <a:p>
            <a:fld id="{D001B760-62C3-4DDA-975B-1F438A4D9B68}" type="slidenum">
              <a:t>&lt;#&gt;</a:t>
            </a:fld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9A18F2BE-B614-4EDE-AD5B-18FA18350EBE}" type="slidenum">
              <a:t>&lt;#&gt;</a:t>
            </a:fld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7"/>
          </p:nvPr>
        </p:nvSpPr>
        <p:spPr/>
        <p:txBody>
          <a:bodyPr/>
          <a:p>
            <a:fld id="{6AFAD585-B81C-4911-BBB6-F71CC0C51CB3}" type="slidenum">
              <a:t>&lt;#&gt;</a:t>
            </a:fld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7"/>
          </p:nvPr>
        </p:nvSpPr>
        <p:spPr/>
        <p:txBody>
          <a:bodyPr/>
          <a:p>
            <a:fld id="{63D671D8-4C23-4441-9997-337EA696447D}" type="slidenum">
              <a:t>&lt;#&gt;</a:t>
            </a:fld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7"/>
          </p:nvPr>
        </p:nvSpPr>
        <p:spPr/>
        <p:txBody>
          <a:bodyPr/>
          <a:p>
            <a:fld id="{04C0471A-D79F-470D-B710-BD91E7B1D4AA}" type="slidenum">
              <a:t>&lt;#&gt;</a:t>
            </a:fld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7"/>
          </p:nvPr>
        </p:nvSpPr>
        <p:spPr/>
        <p:txBody>
          <a:bodyPr/>
          <a:p>
            <a:fld id="{68B0297E-1276-42C2-81FE-8BDC482FFB45}" type="slidenum">
              <a:t>&lt;#&gt;</a:t>
            </a:fld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7"/>
          </p:nvPr>
        </p:nvSpPr>
        <p:spPr/>
        <p:txBody>
          <a:bodyPr/>
          <a:p>
            <a:fld id="{CCD2D755-C451-40EF-A3B7-A471F9FE049C}" type="slidenum">
              <a:t>&lt;#&gt;</a:t>
            </a:fld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8"/>
          </p:nvPr>
        </p:nvSpPr>
        <p:spPr/>
        <p:txBody>
          <a:bodyPr/>
          <a:p>
            <a:fld id="{9C4E0DCD-709E-4203-AB34-A4E3CE94A16D}" type="slidenum">
              <a:t>&lt;#&gt;</a:t>
            </a:fld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3F3C8F42-D44F-4D9F-858F-D0D60DB0BEF0}" type="slidenum">
              <a:t>&lt;#&gt;</a:t>
            </a:fld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0"/>
          </p:nvPr>
        </p:nvSpPr>
        <p:spPr/>
        <p:txBody>
          <a:bodyPr/>
          <a:p>
            <a:fld id="{BC970BD1-F5EA-4289-BBFE-2289C1D294DB}" type="slidenum">
              <a:t>&lt;#&gt;</a:t>
            </a:fld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1"/>
          </p:nvPr>
        </p:nvSpPr>
        <p:spPr/>
        <p:txBody>
          <a:bodyPr/>
          <a:p>
            <a:fld id="{E7EDC3D3-6FC1-4D94-BECA-31CAF3E3A505}" type="slidenum">
              <a:t>&lt;#&gt;</a:t>
            </a:fld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B06F3651-57B5-4CD3-BF40-3C7D8BCB0ED4}" type="slidenum">
              <a:t>&lt;#&gt;</a:t>
            </a:fld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3"/>
          </p:nvPr>
        </p:nvSpPr>
        <p:spPr/>
        <p:txBody>
          <a:bodyPr/>
          <a:p>
            <a:fld id="{62ADBD0D-F1B8-4A05-9AA2-1BD246966F56}" type="slidenum">
              <a:t>&lt;#&gt;</a:t>
            </a:fld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4"/>
          </p:nvPr>
        </p:nvSpPr>
        <p:spPr/>
        <p:txBody>
          <a:bodyPr/>
          <a:p>
            <a:fld id="{A42C7506-7C12-41B0-A9D0-FED1AD64F037}" type="slidenum">
              <a:t>&lt;#&gt;</a:t>
            </a:fld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subTitle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E90657F2-7C84-4DC0-B445-2C9F63E16126}" type="slidenum">
              <a:t>&lt;#&gt;</a:t>
            </a:fld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6"/>
          </p:nvPr>
        </p:nvSpPr>
        <p:spPr/>
        <p:txBody>
          <a:bodyPr/>
          <a:p>
            <a:fld id="{5A3C347E-6FDB-4892-92A9-AADD941629A1}" type="slidenum">
              <a:t>&lt;#&gt;</a:t>
            </a:fld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7"/>
          </p:nvPr>
        </p:nvSpPr>
        <p:spPr/>
        <p:txBody>
          <a:bodyPr/>
          <a:p>
            <a:fld id="{BDB16E7F-B4AE-4638-93B0-C92D443954D5}" type="slidenum">
              <a:t>&lt;#&gt;</a:t>
            </a:fld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/>
          </p:nvPr>
        </p:nvSpPr>
        <p:spPr>
          <a:xfrm>
            <a:off x="45720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/>
          </p:nvPr>
        </p:nvSpPr>
        <p:spPr>
          <a:xfrm>
            <a:off x="4674240" y="1204560"/>
            <a:ext cx="401580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8"/>
          </p:nvPr>
        </p:nvSpPr>
        <p:spPr/>
        <p:txBody>
          <a:bodyPr/>
          <a:p>
            <a:fld id="{E379FE9C-ADD9-4C1D-8CB6-FD609C705ECA}" type="slidenum">
              <a:t>&lt;#&gt;</a:t>
            </a:fld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9"/>
          </p:nvPr>
        </p:nvSpPr>
        <p:spPr/>
        <p:txBody>
          <a:bodyPr/>
          <a:p>
            <a:fld id="{A26C890E-A0B1-4FDD-B90D-717C044DF7A1}" type="slidenum">
              <a:t>&lt;#&gt;</a:t>
            </a:fld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70"/>
          </p:nvPr>
        </p:nvSpPr>
        <p:spPr/>
        <p:txBody>
          <a:bodyPr/>
          <a:p>
            <a:fld id="{AAA0013F-020E-4E40-B066-434DE8927E07}" type="slidenum">
              <a:t>&lt;#&gt;</a:t>
            </a:fld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71"/>
          </p:nvPr>
        </p:nvSpPr>
        <p:spPr/>
        <p:txBody>
          <a:bodyPr/>
          <a:p>
            <a:fld id="{BC299DBB-7A22-4936-B99B-C7260B7F79B2}" type="slidenum">
              <a:t>&lt;#&gt;</a:t>
            </a:fld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72"/>
          </p:nvPr>
        </p:nvSpPr>
        <p:spPr/>
        <p:txBody>
          <a:bodyPr/>
          <a:p>
            <a:fld id="{DD1D502E-A1D7-4855-BC2C-434396517891}" type="slidenum">
              <a:t>&lt;#&gt;</a:t>
            </a:fld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73"/>
          </p:nvPr>
        </p:nvSpPr>
        <p:spPr/>
        <p:txBody>
          <a:bodyPr/>
          <a:p>
            <a:fld id="{F5B327A6-96C9-4806-A26A-673E24CBFACE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2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43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44.xml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slideLayout" Target="../slideLayouts/slideLayout45.xml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slideLayout" Target="../slideLayouts/slideLayout46.xml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slideLayout" Target="../slideLayouts/slideLayout47.xml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slideLayout" Target="../slideLayouts/slideLayout48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slideLayout" Target="../slideLayouts/slideLayout49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0.xml"/><Relationship Id="rId2" Type="http://schemas.openxmlformats.org/officeDocument/2006/relationships/slideLayout" Target="../slideLayouts/slideLayout50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1.xml"/><Relationship Id="rId2" Type="http://schemas.openxmlformats.org/officeDocument/2006/relationships/slideLayout" Target="../slideLayouts/slideLayout51.xml"/>
</Relationships>
</file>

<file path=ppt/slideMasters/_rels/slideMaster52.xml.rels><?xml version="1.0" encoding="UTF-8"?>
<Relationships xmlns="http://schemas.openxmlformats.org/package/2006/relationships"><Relationship Id="rId1" Type="http://schemas.openxmlformats.org/officeDocument/2006/relationships/theme" Target="../theme/theme52.xml"/><Relationship Id="rId2" Type="http://schemas.openxmlformats.org/officeDocument/2006/relationships/slideLayout" Target="../slideLayouts/slideLayout52.xml"/>
</Relationships>
</file>

<file path=ppt/slideMasters/_rels/slideMaster53.xml.rels><?xml version="1.0" encoding="UTF-8"?>
<Relationships xmlns="http://schemas.openxmlformats.org/package/2006/relationships"><Relationship Id="rId1" Type="http://schemas.openxmlformats.org/officeDocument/2006/relationships/theme" Target="../theme/theme53.xml"/><Relationship Id="rId2" Type="http://schemas.openxmlformats.org/officeDocument/2006/relationships/slideLayout" Target="../slideLayouts/slideLayout53.xml"/>
</Relationships>
</file>

<file path=ppt/slideMasters/_rels/slideMaster54.xml.rels><?xml version="1.0" encoding="UTF-8"?>
<Relationships xmlns="http://schemas.openxmlformats.org/package/2006/relationships"><Relationship Id="rId1" Type="http://schemas.openxmlformats.org/officeDocument/2006/relationships/theme" Target="../theme/theme54.xml"/><Relationship Id="rId2" Type="http://schemas.openxmlformats.org/officeDocument/2006/relationships/slideLayout" Target="../slideLayouts/slideLayout54.xml"/>
</Relationships>
</file>

<file path=ppt/slideMasters/_rels/slideMaster55.xml.rels><?xml version="1.0" encoding="UTF-8"?>
<Relationships xmlns="http://schemas.openxmlformats.org/package/2006/relationships"><Relationship Id="rId1" Type="http://schemas.openxmlformats.org/officeDocument/2006/relationships/theme" Target="../theme/theme55.xml"/><Relationship Id="rId2" Type="http://schemas.openxmlformats.org/officeDocument/2006/relationships/slideLayout" Target="../slideLayouts/slideLayout55.xml"/>
</Relationships>
</file>

<file path=ppt/slideMasters/_rels/slideMaster56.xml.rels><?xml version="1.0" encoding="UTF-8"?>
<Relationships xmlns="http://schemas.openxmlformats.org/package/2006/relationships"><Relationship Id="rId1" Type="http://schemas.openxmlformats.org/officeDocument/2006/relationships/theme" Target="../theme/theme56.xml"/><Relationship Id="rId2" Type="http://schemas.openxmlformats.org/officeDocument/2006/relationships/slideLayout" Target="../slideLayouts/slideLayout56.xml"/>
</Relationships>
</file>

<file path=ppt/slideMasters/_rels/slideMaster57.xml.rels><?xml version="1.0" encoding="UTF-8"?>
<Relationships xmlns="http://schemas.openxmlformats.org/package/2006/relationships"><Relationship Id="rId1" Type="http://schemas.openxmlformats.org/officeDocument/2006/relationships/theme" Target="../theme/theme57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
</Relationships>
</file>

<file path=ppt/slideMasters/_rels/slideMaster58.xml.rels><?xml version="1.0" encoding="UTF-8"?>
<Relationships xmlns="http://schemas.openxmlformats.org/package/2006/relationships"><Relationship Id="rId1" Type="http://schemas.openxmlformats.org/officeDocument/2006/relationships/theme" Target="../theme/theme58.xml"/><Relationship Id="rId2" Type="http://schemas.openxmlformats.org/officeDocument/2006/relationships/slideLayout" Target="../slideLayouts/slideLayout62.xml"/>
</Relationships>
</file>

<file path=ppt/slideMasters/_rels/slideMaster59.xml.rels><?xml version="1.0" encoding="UTF-8"?>
<Relationships xmlns="http://schemas.openxmlformats.org/package/2006/relationships"><Relationship Id="rId1" Type="http://schemas.openxmlformats.org/officeDocument/2006/relationships/theme" Target="../theme/theme59.xml"/><Relationship Id="rId2" Type="http://schemas.openxmlformats.org/officeDocument/2006/relationships/slideLayout" Target="../slideLayouts/slideLayout63.xml"/>
</Relationships>
</file>

<file path=ppt/slideMasters/_rels/slideMaster60.xml.rels><?xml version="1.0" encoding="UTF-8"?>
<Relationships xmlns="http://schemas.openxmlformats.org/package/2006/relationships"><Relationship Id="rId1" Type="http://schemas.openxmlformats.org/officeDocument/2006/relationships/theme" Target="../theme/theme60.xml"/><Relationship Id="rId2" Type="http://schemas.openxmlformats.org/officeDocument/2006/relationships/slideLayout" Target="../slideLayouts/slideLayout64.xml"/>
</Relationships>
</file>

<file path=ppt/slideMasters/_rels/slideMaster61.xml.rels><?xml version="1.0" encoding="UTF-8"?>
<Relationships xmlns="http://schemas.openxmlformats.org/package/2006/relationships"><Relationship Id="rId1" Type="http://schemas.openxmlformats.org/officeDocument/2006/relationships/theme" Target="../theme/theme61.xml"/><Relationship Id="rId2" Type="http://schemas.openxmlformats.org/officeDocument/2006/relationships/slideLayout" Target="../slideLayouts/slideLayout65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2.xml"/><Relationship Id="rId2" Type="http://schemas.openxmlformats.org/officeDocument/2006/relationships/slideLayout" Target="../slideLayouts/slideLayout66.xml"/>
</Relationships>
</file>

<file path=ppt/slideMasters/_rels/slideMaster63.xml.rels><?xml version="1.0" encoding="UTF-8"?>
<Relationships xmlns="http://schemas.openxmlformats.org/package/2006/relationships"><Relationship Id="rId1" Type="http://schemas.openxmlformats.org/officeDocument/2006/relationships/theme" Target="../theme/theme63.xml"/><Relationship Id="rId2" Type="http://schemas.openxmlformats.org/officeDocument/2006/relationships/slideLayout" Target="../slideLayouts/slideLayout67.xml"/>
</Relationships>
</file>

<file path=ppt/slideMasters/_rels/slideMaster64.xml.rels><?xml version="1.0" encoding="UTF-8"?>
<Relationships xmlns="http://schemas.openxmlformats.org/package/2006/relationships"><Relationship Id="rId1" Type="http://schemas.openxmlformats.org/officeDocument/2006/relationships/theme" Target="../theme/theme64.xml"/><Relationship Id="rId2" Type="http://schemas.openxmlformats.org/officeDocument/2006/relationships/slideLayout" Target="../slideLayouts/slideLayout68.xml"/>
</Relationships>
</file>

<file path=ppt/slideMasters/_rels/slideMaster65.xml.rels><?xml version="1.0" encoding="UTF-8"?>
<Relationships xmlns="http://schemas.openxmlformats.org/package/2006/relationships"><Relationship Id="rId1" Type="http://schemas.openxmlformats.org/officeDocument/2006/relationships/theme" Target="../theme/theme65.xml"/><Relationship Id="rId2" Type="http://schemas.openxmlformats.org/officeDocument/2006/relationships/slideLayout" Target="../slideLayouts/slideLayout69.xml"/>
</Relationships>
</file>

<file path=ppt/slideMasters/_rels/slideMaster66.xml.rels><?xml version="1.0" encoding="UTF-8"?>
<Relationships xmlns="http://schemas.openxmlformats.org/package/2006/relationships"><Relationship Id="rId1" Type="http://schemas.openxmlformats.org/officeDocument/2006/relationships/theme" Target="../theme/theme66.xml"/><Relationship Id="rId2" Type="http://schemas.openxmlformats.org/officeDocument/2006/relationships/slideLayout" Target="../slideLayouts/slideLayout70.xml"/>
</Relationships>
</file>

<file path=ppt/slideMasters/_rels/slideMaster67.xml.rels><?xml version="1.0" encoding="UTF-8"?>
<Relationships xmlns="http://schemas.openxmlformats.org/package/2006/relationships"><Relationship Id="rId1" Type="http://schemas.openxmlformats.org/officeDocument/2006/relationships/theme" Target="../theme/theme67.xml"/><Relationship Id="rId2" Type="http://schemas.openxmlformats.org/officeDocument/2006/relationships/slideLayout" Target="../slideLayouts/slideLayout71.xml"/>
</Relationships>
</file>

<file path=ppt/slideMasters/_rels/slideMaster68.xml.rels><?xml version="1.0" encoding="UTF-8"?>
<Relationships xmlns="http://schemas.openxmlformats.org/package/2006/relationships"><Relationship Id="rId1" Type="http://schemas.openxmlformats.org/officeDocument/2006/relationships/theme" Target="../theme/theme68.xml"/><Relationship Id="rId2" Type="http://schemas.openxmlformats.org/officeDocument/2006/relationships/slideLayout" Target="../slideLayouts/slideLayout72.xml"/>
</Relationships>
</file>

<file path=ppt/slideMasters/_rels/slideMaster69.xml.rels><?xml version="1.0" encoding="UTF-8"?>
<Relationships xmlns="http://schemas.openxmlformats.org/package/2006/relationships"><Relationship Id="rId1" Type="http://schemas.openxmlformats.org/officeDocument/2006/relationships/theme" Target="../theme/theme69.xml"/><Relationship Id="rId2" Type="http://schemas.openxmlformats.org/officeDocument/2006/relationships/slideLayout" Target="../slideLayouts/slideLayout73.xml"/>
</Relationships>
</file>

<file path=ppt/slideMasters/_rels/slideMaster70.xml.rels><?xml version="1.0" encoding="UTF-8"?>
<Relationships xmlns="http://schemas.openxmlformats.org/package/2006/relationships"><Relationship Id="rId1" Type="http://schemas.openxmlformats.org/officeDocument/2006/relationships/theme" Target="../theme/theme70.xml"/><Relationship Id="rId2" Type="http://schemas.openxmlformats.org/officeDocument/2006/relationships/slideLayout" Target="../slideLayouts/slideLayout74.xml"/>
</Relationships>
</file>

<file path=ppt/slideMasters/_rels/slideMaster71.xml.rels><?xml version="1.0" encoding="UTF-8"?>
<Relationships xmlns="http://schemas.openxmlformats.org/package/2006/relationships"><Relationship Id="rId1" Type="http://schemas.openxmlformats.org/officeDocument/2006/relationships/theme" Target="../theme/theme71.xml"/><Relationship Id="rId2" Type="http://schemas.openxmlformats.org/officeDocument/2006/relationships/slideLayout" Target="../slideLayouts/slideLayout75.xml"/>
</Relationships>
</file>

<file path=ppt/slideMasters/_rels/slideMaster72.xml.rels><?xml version="1.0" encoding="UTF-8"?>
<Relationships xmlns="http://schemas.openxmlformats.org/package/2006/relationships"><Relationship Id="rId1" Type="http://schemas.openxmlformats.org/officeDocument/2006/relationships/theme" Target="../theme/theme72.xml"/><Relationship Id="rId2" Type="http://schemas.openxmlformats.org/officeDocument/2006/relationships/slideLayout" Target="../slideLayouts/slideLayout76.xml"/>
</Relationships>
</file>

<file path=ppt/slideMasters/_rels/slideMaster73.xml.rels><?xml version="1.0" encoding="UTF-8"?>
<Relationships xmlns="http://schemas.openxmlformats.org/package/2006/relationships"><Relationship Id="rId1" Type="http://schemas.openxmlformats.org/officeDocument/2006/relationships/theme" Target="../theme/theme73.xml"/><Relationship Id="rId2" Type="http://schemas.openxmlformats.org/officeDocument/2006/relationships/slideLayout" Target="../slideLayouts/slideLayout7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4C155A-4EBB-4590-BC31-9E6586632B1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3F4008-AE87-4E7D-8EBC-1613FDFBC8D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3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E159F1-FDA7-4CA5-8BA4-DD9995512E0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C51609-827E-45F3-87D4-677766E6645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5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65FB51-C10C-4AD1-840E-23A5DE7671A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6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F246A8-2F52-4ADB-809F-8B61033542C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7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8DAAA4-C4D5-49F7-B3F5-FC82892CB7C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8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2E2172-49A6-4DC9-A163-A2C8D332FD9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9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02564E-06AF-4F84-8CC3-138A229CAD2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7F74C8-9686-42E8-88F1-7BF16FF1DC1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FBC93C-4FC6-4561-AF9D-D4E0CDDFB5D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12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E7931C-B14A-48E5-A03E-F2521656C2B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13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032618-F3A8-48E0-86E4-56E82E623B5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25846D-ED0C-428E-A9BE-C59DB00C484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15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2DE996-EBAF-4E0F-A6C6-8FD7D4F789B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6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F8A0E3-18C2-4AEB-A590-9B33DE3B742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17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D36A76-6A15-4288-8F4D-8E8D1E8070B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94C706-4D4B-4DF5-A946-3B8C198A411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19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3FC0B1-1623-4E51-8D78-175637F9196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20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3DF219-E0F9-4042-9AD0-807DF44A3DA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EB1E6A-5CE6-4154-92C7-B6A9E4C25D6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D75826-E078-4406-B5F3-6D99D22F7A5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5BE67F-8394-40BF-8D97-62FAC8576EB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24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9AC75E-193E-46C9-A530-5140A146CCB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25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07CE59-E9B8-4E39-8360-EE121899207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sldNum" idx="26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AA4F26-CC46-4B5E-ABA8-F4A716B5C9C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27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C2FD16-2791-4D80-A8F7-9F004B2BE39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28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A5D1FC-B637-4DBC-B04E-C694EA4D259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29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58E4A9-D3E7-4691-B520-9B0460D8F2E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ldNum" idx="30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956583-1F27-4A0A-9325-ABB022DBF58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 type="sldNum" idx="31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6AD336-7DD2-42C7-B172-3B69152AE40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ldNum" idx="32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F3C6B1-0A63-4F40-8177-1C9A8DB4703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33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660217-DCF1-4CFB-B176-25664AB6BB6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 type="sldNum" idx="34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3AF9DC-7E1E-4652-BDC6-467787F2105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sldNum" idx="35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9939DA-93F6-442F-92A1-CFBD8F0C9A5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36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A659B3-48B2-4FCC-829C-4C28B822563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37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6E8CF4-0FC9-4832-BF1D-A22966BAE38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3" name="PlaceHolder 4"/>
          <p:cNvSpPr>
            <a:spLocks noGrp="1"/>
          </p:cNvSpPr>
          <p:nvPr>
            <p:ph type="sldNum" idx="38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A986D5-E543-4ACD-98E2-26B93BC8056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ldNum" idx="39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4FFFC8-7591-4749-93AB-4E8043D3055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sldNum" idx="40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21AE68-93EA-4699-AD3E-B150DE6CF99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41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1EDB282-8B05-43F7-81B8-A1FF98FD94D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2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2" name="PlaceHolder 4"/>
          <p:cNvSpPr>
            <a:spLocks noGrp="1"/>
          </p:cNvSpPr>
          <p:nvPr>
            <p:ph type="sldNum" idx="42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8D328B-F194-48CF-8DFB-2439849BB62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sldNum" idx="43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D7398E-5515-42C6-A5FB-8CA12BE2515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sldNum" idx="44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B0EFB8-39C6-4062-ADED-803DDE03970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2"/>
  </p:sldLayoutIdLst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45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BD75C8-3AFE-42B6-8F51-F91C65F582C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7" r:id="rId2"/>
  </p:sldLayoutIdLst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sldNum" idx="46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CD179B-AF26-4BFF-B8C4-A11E3B5FCC8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9" r:id="rId2"/>
  </p:sldLayoutIdLst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 type="sldNum" idx="47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4B9101-536F-407E-9816-0EFC9D19102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2"/>
  </p:sldLayoutIdLst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sldNum" idx="48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CE46EA-F79B-4B0E-9FD8-3DA0A9E34E8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3" r:id="rId2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9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752861-9301-4AC8-A390-6975786D8AD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2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sldNum" idx="50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C60A1D-A73E-4D66-92B8-F2FAFB0B5E6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7" r:id="rId2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sldNum" idx="51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C9A36A-4C19-4D2C-BA38-F1C55C4CECA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9" r:id="rId2"/>
  </p:sldLayoutIdLst>
</p:sldMaster>
</file>

<file path=ppt/slideMasters/slideMaster5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sldNum" idx="52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458BF3-A8E8-44B6-9723-BA9B3263C44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1" r:id="rId2"/>
  </p:sldLayoutIdLst>
</p:sldMaster>
</file>

<file path=ppt/slideMasters/slideMaster5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53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1CBCCA-BCAA-42D2-9920-F1C52B1189C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2"/>
  </p:sldLayoutIdLst>
</p:sldMaster>
</file>

<file path=ppt/slideMasters/slideMaster5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sldNum" idx="54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58638D-655F-4D93-B66E-EE567B1E130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5" r:id="rId2"/>
  </p:sldLayoutIdLst>
</p:sldMaster>
</file>

<file path=ppt/slideMasters/slideMaster5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sldNum" idx="55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C02855-63AD-4DCF-9BA8-5E7F2B45A94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2"/>
  </p:sldLayoutIdLst>
</p:sldMaster>
</file>

<file path=ppt/slideMasters/slideMaster5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sldNum" idx="56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000621-1011-4E32-B52C-A25CBB9C991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9" r:id="rId2"/>
  </p:sldLayoutIdLst>
</p:sldMaster>
</file>

<file path=ppt/slideMasters/slideMaster5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Num" idx="57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4BD2B4-8140-4C8D-8DD0-530EDD624D5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1" r:id="rId2"/>
    <p:sldLayoutId id="2147483762" r:id="rId3"/>
    <p:sldLayoutId id="2147483763" r:id="rId4"/>
    <p:sldLayoutId id="2147483764" r:id="rId5"/>
    <p:sldLayoutId id="2147483765" r:id="rId6"/>
  </p:sldLayoutIdLst>
</p:sldMaster>
</file>

<file path=ppt/slideMasters/slideMaster5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58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32E718-FC85-453C-82BD-5B2CAA7C283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7" r:id="rId2"/>
  </p:sldLayoutIdLst>
</p:sldMaster>
</file>

<file path=ppt/slideMasters/slideMaster5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9" name="PlaceHolder 4"/>
          <p:cNvSpPr>
            <a:spLocks noGrp="1"/>
          </p:cNvSpPr>
          <p:nvPr>
            <p:ph type="sldNum" idx="59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49752A-E3BB-4E09-A3B3-6212ADDC42F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2"/>
  </p:sldLayoutIdLst>
</p:sldMaster>
</file>

<file path=ppt/slideMasters/slideMaster6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 type="sldNum" idx="60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53E4A0-FFF9-4172-83B5-3C0DCCE1D25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2"/>
  </p:sldLayoutIdLst>
</p:sldMaster>
</file>

<file path=ppt/slideMasters/slideMaster6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 type="sldNum" idx="61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F2B1D2-4982-4A81-A655-7A11283FB79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3" r:id="rId2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62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5AF9EB-991D-4595-811F-CDB0B715FDF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5" r:id="rId2"/>
  </p:sldLayoutIdLst>
</p:sldMaster>
</file>

<file path=ppt/slideMasters/slideMaster6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8" name="PlaceHolder 4"/>
          <p:cNvSpPr>
            <a:spLocks noGrp="1"/>
          </p:cNvSpPr>
          <p:nvPr>
            <p:ph type="sldNum" idx="63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674F5D-2746-44E7-911E-2ED864CC1B4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7" r:id="rId2"/>
  </p:sldLayoutIdLst>
</p:sldMaster>
</file>

<file path=ppt/slideMasters/slideMaster6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 type="sldNum" idx="64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EAA408-F99F-445C-BFD5-573490D7FE7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2"/>
  </p:sldLayoutIdLst>
</p:sldMaster>
</file>

<file path=ppt/slideMasters/slideMaster6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sldNum" idx="65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5FDF07-5F23-442D-9AC0-FEF77604E16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2"/>
  </p:sldLayoutIdLst>
</p:sldMaster>
</file>

<file path=ppt/slideMasters/slideMaster6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Num" idx="66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FC4959-9B22-4C86-97CA-0FAD143ECD0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3" r:id="rId2"/>
  </p:sldLayoutIdLst>
</p:sldMaster>
</file>

<file path=ppt/slideMasters/slideMaster6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888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67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4FB025-D724-47AB-97B3-E830289DC09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5" r:id="rId2"/>
  </p:sldLayoutIdLst>
</p:sldMaster>
</file>

<file path=ppt/slideMasters/slideMaster6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body"/>
          </p:nvPr>
        </p:nvSpPr>
        <p:spPr>
          <a:xfrm>
            <a:off x="4674240" y="1204560"/>
            <a:ext cx="4015440" cy="29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8" name="PlaceHolder 4"/>
          <p:cNvSpPr>
            <a:spLocks noGrp="1"/>
          </p:cNvSpPr>
          <p:nvPr>
            <p:ph type="sldNum" idx="68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79F2B4-BD6F-4473-B2DF-9F0DC04A521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7" r:id="rId2"/>
  </p:sldLayoutIdLst>
</p:sldMaster>
</file>

<file path=ppt/slideMasters/slideMaster6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 type="sldNum" idx="69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9CC027-B3FF-458E-BD8B-71A9A69B4DB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9" r:id="rId2"/>
  </p:sldLayoutIdLst>
</p:sldMaster>
</file>

<file path=ppt/slideMasters/slideMaster7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Num" idx="70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59BE40-CEB6-4DD3-BB87-288F12A2593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1" r:id="rId2"/>
  </p:sldLayoutIdLst>
</p:sldMaster>
</file>

<file path=ppt/slideMasters/slideMaster7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Num" idx="71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609637-8DA2-4A2A-8FAB-17B69909EE5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3" r:id="rId2"/>
  </p:sldLayoutIdLst>
</p:sldMaster>
</file>

<file path=ppt/slideMasters/slideMaster7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6;p9"/>
          <p:cNvSpPr/>
          <p:nvPr/>
        </p:nvSpPr>
        <p:spPr>
          <a:xfrm>
            <a:off x="4572000" y="0"/>
            <a:ext cx="4563720" cy="51397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8" name="PlaceHolder 1"/>
          <p:cNvSpPr>
            <a:spLocks noGrp="1"/>
          </p:cNvSpPr>
          <p:nvPr>
            <p:ph type="sldNum" idx="72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EE2E06-21CA-4338-962F-325A0A5A48D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5" r:id="rId2"/>
  </p:sldLayoutIdLst>
</p:sldMaster>
</file>

<file path=ppt/slideMasters/slideMaster7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Num" idx="73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5AD78D-1E3C-467F-A9E4-955E1DAD5FF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834480" y="527760"/>
            <a:ext cx="7466400" cy="17582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ctr">
            <a:noAutofit/>
          </a:bodyPr>
          <a:p>
            <a:pPr indent="0" algn="ctr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26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Cutting circuits with multiple two-qubit unitaries</a:t>
            </a:r>
            <a:r>
              <a:rPr b="0" lang="en-US" sz="2600" strike="noStrike" u="none">
                <a:solidFill>
                  <a:srgbClr val="ffffff"/>
                </a:solidFill>
                <a:uFillTx/>
                <a:latin typeface="Arial"/>
                <a:ea typeface="Times New Roman"/>
              </a:rPr>
              <a:t> </a:t>
            </a:r>
            <a:br>
              <a:rPr sz="2600"/>
            </a:br>
            <a:r>
              <a:rPr b="0" lang="en-US" sz="2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By: L. Schmitt, C. Piveteau &amp; D. Sutter</a:t>
            </a:r>
            <a:br>
              <a:rPr sz="2600"/>
            </a:b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337" name="Google Shape;56;p13"/>
          <p:cNvCxnSpPr/>
          <p:nvPr/>
        </p:nvCxnSpPr>
        <p:spPr>
          <a:xfrm>
            <a:off x="204480" y="2304720"/>
            <a:ext cx="8743320" cy="86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cxnSp>
        <p:nvCxnSpPr>
          <p:cNvPr id="338" name="Google Shape;57;p13"/>
          <p:cNvCxnSpPr/>
          <p:nvPr/>
        </p:nvCxnSpPr>
        <p:spPr>
          <a:xfrm>
            <a:off x="204480" y="3948840"/>
            <a:ext cx="8743320" cy="86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39" name="PlaceHolder 2"/>
          <p:cNvSpPr>
            <a:spLocks noGrp="1"/>
          </p:cNvSpPr>
          <p:nvPr>
            <p:ph type="sldNum" idx="77"/>
          </p:nvPr>
        </p:nvSpPr>
        <p:spPr>
          <a:xfrm>
            <a:off x="8472600" y="466668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3128AC-5A0F-4CF6-85EB-093A1621A11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340" name="Google Shape;59;p13"/>
          <p:cNvSpPr/>
          <p:nvPr/>
        </p:nvSpPr>
        <p:spPr>
          <a:xfrm>
            <a:off x="1946880" y="2246040"/>
            <a:ext cx="5242320" cy="16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en" sz="13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Presentation by:</a:t>
            </a:r>
            <a:endParaRPr b="0" lang="en-US" sz="13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en" sz="19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Will Buziak</a:t>
            </a:r>
            <a:br>
              <a:rPr sz="1900"/>
            </a:br>
            <a:r>
              <a:rPr b="0" lang="en" sz="17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Department of Computer Science</a:t>
            </a:r>
            <a:br>
              <a:rPr sz="1700"/>
            </a:br>
            <a:r>
              <a:rPr b="0" lang="en" sz="17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Colorado School of Mines</a:t>
            </a:r>
            <a:endParaRPr b="0" lang="en-US" sz="17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41" name="Google Shape;60;p13"/>
          <p:cNvSpPr/>
          <p:nvPr/>
        </p:nvSpPr>
        <p:spPr>
          <a:xfrm>
            <a:off x="3071880" y="3951720"/>
            <a:ext cx="29916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240" cy="915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Background</a:t>
            </a:r>
            <a:endParaRPr b="0" lang="en-US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343080" y="822960"/>
            <a:ext cx="8569800" cy="4119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A quantum analog to LBM is efficient and accurate representation of classical LBM</a:t>
            </a: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This shows how we can leverage quantum properties to optimize some complex modeling / simulation problems</a:t>
            </a: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-324000">
              <a:lnSpc>
                <a:spcPct val="9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Problem must be “quantum native” to reap these benefits</a:t>
            </a: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344" name="Google Shape;207;p 14"/>
          <p:cNvCxnSpPr/>
          <p:nvPr/>
        </p:nvCxnSpPr>
        <p:spPr>
          <a:xfrm>
            <a:off x="204480" y="721440"/>
            <a:ext cx="8743320" cy="86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45" name="PlaceHolder 3"/>
          <p:cNvSpPr>
            <a:spLocks noGrp="1"/>
          </p:cNvSpPr>
          <p:nvPr>
            <p:ph type="sldNum" idx="78"/>
          </p:nvPr>
        </p:nvSpPr>
        <p:spPr>
          <a:xfrm>
            <a:off x="8472600" y="463716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F1B46E-3251-45DF-AD14-8193A1C2FFD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649800" y="4114800"/>
            <a:ext cx="7785360" cy="684360"/>
          </a:xfrm>
          <a:prstGeom prst="roundRect">
            <a:avLst>
              <a:gd name="adj" fmla="val 16667"/>
            </a:avLst>
          </a:prstGeom>
          <a:solidFill>
            <a:srgbClr val="ffe99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Question: How can we compile / execute our circuits to be more fault-tolerant?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240" cy="915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Circuit Cutting</a:t>
            </a:r>
            <a:endParaRPr b="0" lang="en-US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343080" y="822960"/>
            <a:ext cx="8569800" cy="4119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A </a:t>
            </a: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349" name="Google Shape;207;p 2"/>
          <p:cNvCxnSpPr/>
          <p:nvPr/>
        </p:nvCxnSpPr>
        <p:spPr>
          <a:xfrm>
            <a:off x="204480" y="721440"/>
            <a:ext cx="8743320" cy="86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50" name="PlaceHolder 3"/>
          <p:cNvSpPr>
            <a:spLocks noGrp="1"/>
          </p:cNvSpPr>
          <p:nvPr>
            <p:ph type="sldNum" idx="79"/>
          </p:nvPr>
        </p:nvSpPr>
        <p:spPr>
          <a:xfrm>
            <a:off x="8472600" y="463716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F38C9E-DD4D-4339-9976-B3DF3D77B05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240" cy="915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Kinds of circuit cuts</a:t>
            </a:r>
            <a:endParaRPr b="0" lang="en-US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343080" y="822960"/>
            <a:ext cx="8569800" cy="4119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A </a:t>
            </a: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353" name="Google Shape;207;p 3"/>
          <p:cNvCxnSpPr/>
          <p:nvPr/>
        </p:nvCxnSpPr>
        <p:spPr>
          <a:xfrm>
            <a:off x="204480" y="721440"/>
            <a:ext cx="8743320" cy="86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54" name="PlaceHolder 3"/>
          <p:cNvSpPr>
            <a:spLocks noGrp="1"/>
          </p:cNvSpPr>
          <p:nvPr>
            <p:ph type="sldNum" idx="80"/>
          </p:nvPr>
        </p:nvSpPr>
        <p:spPr>
          <a:xfrm>
            <a:off x="8472600" y="463716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B14F45-EABF-4B07-AA22-661D5384349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240" cy="915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Kinds of space-like cuts</a:t>
            </a:r>
            <a:endParaRPr b="0" lang="en-US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/>
          </p:nvPr>
        </p:nvSpPr>
        <p:spPr>
          <a:xfrm>
            <a:off x="343080" y="822960"/>
            <a:ext cx="8569800" cy="4119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A </a:t>
            </a: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357" name="Google Shape;207;p 4"/>
          <p:cNvCxnSpPr/>
          <p:nvPr/>
        </p:nvCxnSpPr>
        <p:spPr>
          <a:xfrm>
            <a:off x="204480" y="721440"/>
            <a:ext cx="8743320" cy="86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58" name="PlaceHolder 3"/>
          <p:cNvSpPr>
            <a:spLocks noGrp="1"/>
          </p:cNvSpPr>
          <p:nvPr>
            <p:ph type="sldNum" idx="81"/>
          </p:nvPr>
        </p:nvSpPr>
        <p:spPr>
          <a:xfrm>
            <a:off x="8472600" y="463716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8A4B21-0943-4067-9661-657F3E321F1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240" cy="915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Unitary decomposition</a:t>
            </a:r>
            <a:endParaRPr b="0" lang="en-US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343080" y="822960"/>
            <a:ext cx="8569800" cy="4119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A </a:t>
            </a: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361" name="Google Shape;207;p 5"/>
          <p:cNvCxnSpPr/>
          <p:nvPr/>
        </p:nvCxnSpPr>
        <p:spPr>
          <a:xfrm>
            <a:off x="204480" y="721440"/>
            <a:ext cx="8743320" cy="86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62" name="PlaceHolder 3"/>
          <p:cNvSpPr>
            <a:spLocks noGrp="1"/>
          </p:cNvSpPr>
          <p:nvPr>
            <p:ph type="sldNum" idx="82"/>
          </p:nvPr>
        </p:nvSpPr>
        <p:spPr>
          <a:xfrm>
            <a:off x="8472600" y="463716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E81FD3-3F20-41E7-889C-B20957361C6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240" cy="915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Conclusion</a:t>
            </a:r>
            <a:endParaRPr b="0" lang="en-US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/>
          </p:nvPr>
        </p:nvSpPr>
        <p:spPr>
          <a:xfrm>
            <a:off x="343080" y="822960"/>
            <a:ext cx="8569800" cy="4119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A </a:t>
            </a:r>
            <a:endParaRPr b="0" lang="en-US" sz="2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365" name="Google Shape;207;p 6"/>
          <p:cNvCxnSpPr/>
          <p:nvPr/>
        </p:nvCxnSpPr>
        <p:spPr>
          <a:xfrm>
            <a:off x="204480" y="721440"/>
            <a:ext cx="8743320" cy="86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66" name="PlaceHolder 3"/>
          <p:cNvSpPr>
            <a:spLocks noGrp="1"/>
          </p:cNvSpPr>
          <p:nvPr>
            <p:ph type="sldNum" idx="83"/>
          </p:nvPr>
        </p:nvSpPr>
        <p:spPr>
          <a:xfrm>
            <a:off x="8472600" y="463716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A5AA78-5477-4592-BF0F-5FCE68CD7E4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240" cy="915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Sources</a:t>
            </a:r>
            <a:endParaRPr b="0" lang="en-US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/>
          </p:nvPr>
        </p:nvSpPr>
        <p:spPr>
          <a:xfrm>
            <a:off x="343080" y="606960"/>
            <a:ext cx="8307000" cy="4416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[1] David Wawrzyniak, Josef Winter, Steffen Schmidt, Thomas Indinger, Christian F. JanSen Uwe Schramm and Nikolaus A. Adams. A quantum algorithm for the lattic-Boltzmann method advection-diffusion equation, In: </a:t>
            </a:r>
            <a:r>
              <a:rPr b="0" i="1" lang="en" sz="1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Computer Physics Communications 306 (2025) 109373.</a:t>
            </a:r>
            <a:endParaRPr b="0" lang="en-US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[2] Solving Multiphysics with quantum computers. https://medium.com/qiskit/solving-multiphysics-with-quantum-computers-6307017b2cc5</a:t>
            </a:r>
            <a:endParaRPr b="0" lang="en-US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[3] https://www.comsol.com/support/learning-center</a:t>
            </a:r>
            <a:endParaRPr b="0" lang="en-US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[4] https://www1.grc.nasa.gov/beginners-guide-to-aeronautics/navier-strokes-equation/</a:t>
            </a:r>
            <a:endParaRPr b="0" lang="en-US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rgbClr val="eeeeee"/>
                </a:solidFill>
                <a:uFillTx/>
                <a:latin typeface="Times New Roman"/>
                <a:ea typeface="Times New Roman"/>
              </a:rPr>
              <a:t>[5] https://en.wikipedia.org/wiki/Lattice_Boltzmann_methods</a:t>
            </a:r>
            <a:endParaRPr b="0" lang="en-US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369" name="Google Shape;207;p 1"/>
          <p:cNvCxnSpPr/>
          <p:nvPr/>
        </p:nvCxnSpPr>
        <p:spPr>
          <a:xfrm>
            <a:off x="204480" y="721440"/>
            <a:ext cx="8743320" cy="86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70" name="PlaceHolder 3"/>
          <p:cNvSpPr>
            <a:spLocks noGrp="1"/>
          </p:cNvSpPr>
          <p:nvPr>
            <p:ph type="sldNum" idx="84"/>
          </p:nvPr>
        </p:nvSpPr>
        <p:spPr>
          <a:xfrm>
            <a:off x="8472600" y="4637160"/>
            <a:ext cx="54036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95F491C-54CB-493A-BCC1-9949A14DABB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</TotalTime>
  <Application>LibreOffice/24.8.2.1$MacOSX_AARCH64 LibreOffice_project/0f794b6e29741098670a3b95d60478a65d05ef13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2026-03-26T15:10:46Z</dcterms:modified>
  <cp:revision>51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