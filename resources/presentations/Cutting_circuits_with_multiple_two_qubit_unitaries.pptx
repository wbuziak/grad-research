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55.xml" ContentType="application/vnd.openxmlformats-officedocument.theme+xml"/>
  <Override PartName="/ppt/theme/theme28.xml" ContentType="application/vnd.openxmlformats-officedocument.theme+xml"/>
  <Override PartName="/ppt/theme/theme2.xml" ContentType="application/vnd.openxmlformats-officedocument.theme+xml"/>
  <Override PartName="/ppt/theme/theme56.xml" ContentType="application/vnd.openxmlformats-officedocument.theme+xml"/>
  <Override PartName="/ppt/theme/theme29.xml" ContentType="application/vnd.openxmlformats-officedocument.theme+xml"/>
  <Override PartName="/ppt/theme/theme17.xml" ContentType="application/vnd.openxmlformats-officedocument.theme+xml"/>
  <Override PartName="/ppt/theme/theme6.xml" ContentType="application/vnd.openxmlformats-officedocument.theme+xml"/>
  <Override PartName="/ppt/theme/theme13.xml" ContentType="application/vnd.openxmlformats-officedocument.theme+xml"/>
  <Override PartName="/ppt/theme/theme18.xml" ContentType="application/vnd.openxmlformats-officedocument.theme+xml"/>
  <Override PartName="/ppt/theme/theme7.xml" ContentType="application/vnd.openxmlformats-officedocument.theme+xml"/>
  <Override PartName="/ppt/theme/theme14.xml" ContentType="application/vnd.openxmlformats-officedocument.theme+xml"/>
  <Override PartName="/ppt/theme/theme19.xml" ContentType="application/vnd.openxmlformats-officedocument.theme+xml"/>
  <Override PartName="/ppt/theme/theme10.xml" ContentType="application/vnd.openxmlformats-officedocument.theme+xml"/>
  <Override PartName="/ppt/theme/theme69.xml" ContentType="application/vnd.openxmlformats-officedocument.theme+xml"/>
  <Override PartName="/ppt/theme/theme3.xml" ContentType="application/vnd.openxmlformats-officedocument.theme+xml"/>
  <Override PartName="/ppt/theme/theme57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11.xml" ContentType="application/vnd.openxmlformats-officedocument.theme+xml"/>
  <Override PartName="/ppt/theme/theme4.xml" ContentType="application/vnd.openxmlformats-officedocument.theme+xml"/>
  <Override PartName="/ppt/theme/theme58.xml" ContentType="application/vnd.openxmlformats-officedocument.theme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12.xml" ContentType="application/vnd.openxmlformats-officedocument.theme+xml"/>
  <Override PartName="/ppt/theme/theme5.xml" ContentType="application/vnd.openxmlformats-officedocument.theme+xml"/>
  <Override PartName="/ppt/theme/theme59.xml" ContentType="application/vnd.openxmlformats-officedocument.theme+xml"/>
  <Override PartName="/ppt/theme/theme20.xml" ContentType="application/vnd.openxmlformats-officedocument.theme+xml"/>
  <Override PartName="/ppt/theme/theme7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37.xml" ContentType="application/vnd.openxmlformats-officedocument.theme+xml"/>
  <Override PartName="/ppt/theme/theme70.xml" ContentType="application/vnd.openxmlformats-officedocument.theme+xml"/>
  <Override PartName="/ppt/theme/theme38.xml" ContentType="application/vnd.openxmlformats-officedocument.theme+xml"/>
  <Override PartName="/ppt/theme/theme71.xml" ContentType="application/vnd.openxmlformats-officedocument.theme+xml"/>
  <Override PartName="/ppt/theme/theme39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65.xml" ContentType="application/vnd.openxmlformats-officedocument.theme+xml"/>
  <Override PartName="/ppt/theme/theme47.xml" ContentType="application/vnd.openxmlformats-officedocument.theme+xml"/>
  <Override PartName="/ppt/theme/theme80.xml" ContentType="application/vnd.openxmlformats-officedocument.theme+xml"/>
  <Override PartName="/ppt/theme/theme75.xml" ContentType="application/vnd.openxmlformats-officedocument.theme+xml"/>
  <Override PartName="/ppt/theme/theme66.xml" ContentType="application/vnd.openxmlformats-officedocument.theme+xml"/>
  <Override PartName="/ppt/theme/theme48.xml" ContentType="application/vnd.openxmlformats-officedocument.theme+xml"/>
  <Override PartName="/ppt/theme/theme81.xml" ContentType="application/vnd.openxmlformats-officedocument.theme+xml"/>
  <Override PartName="/ppt/theme/theme76.xml" ContentType="application/vnd.openxmlformats-officedocument.theme+xml"/>
  <Override PartName="/ppt/theme/theme67.xml" ContentType="application/vnd.openxmlformats-officedocument.theme+xml"/>
  <Override PartName="/ppt/theme/theme49.xml" ContentType="application/vnd.openxmlformats-officedocument.theme+xml"/>
  <Override PartName="/ppt/theme/theme82.xml" ContentType="application/vnd.openxmlformats-officedocument.theme+xml"/>
  <Override PartName="/ppt/theme/theme77.xml" ContentType="application/vnd.openxmlformats-officedocument.theme+xml"/>
  <Override PartName="/ppt/theme/theme68.xml" ContentType="application/vnd.openxmlformats-officedocument.theme+xml"/>
  <Override PartName="/ppt/theme/theme83.xml" ContentType="application/vnd.openxmlformats-officedocument.theme+xml"/>
  <Override PartName="/ppt/theme/theme78.xml" ContentType="application/vnd.openxmlformats-officedocument.theme+xml"/>
  <Override PartName="/ppt/theme/theme84.xml" ContentType="application/vnd.openxmlformats-officedocument.theme+xml"/>
  <Override PartName="/ppt/theme/theme85.xml" ContentType="application/vnd.openxmlformats-officedocument.theme+xml"/>
  <Override PartName="/ppt/theme/theme33.xml" ContentType="application/vnd.openxmlformats-officedocument.theme+xml"/>
  <Override PartName="/ppt/theme/theme86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85.xml.rels" ContentType="application/vnd.openxmlformats-package.relationships+xml"/>
  <Override PartName="/ppt/slideMasters/_rels/slideMaster84.xml.rels" ContentType="application/vnd.openxmlformats-package.relationships+xml"/>
  <Override PartName="/ppt/slideMasters/_rels/slideMaster78.xml.rels" ContentType="application/vnd.openxmlformats-package.relationships+xml"/>
  <Override PartName="/ppt/slideMasters/_rels/slideMaster83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77.xml.rels" ContentType="application/vnd.openxmlformats-package.relationships+xml"/>
  <Override PartName="/ppt/slideMasters/_rels/slideMaster8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8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8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9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7.xml.rels" ContentType="application/vnd.openxmlformats-package.relationships+xml"/>
  <Override PartName="/ppt/slideMasters/slideMaster37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_rels/presentation.xml.rels" ContentType="application/vnd.openxmlformats-package.relationship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_rels/slideLayout8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4.xml.rels" ContentType="application/vnd.openxmlformats-package.relationships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78" r:id="rId67"/>
    <p:sldMasterId id="2147483780" r:id="rId68"/>
    <p:sldMasterId id="2147483782" r:id="rId69"/>
    <p:sldMasterId id="2147483784" r:id="rId70"/>
    <p:sldMasterId id="2147483790" r:id="rId71"/>
    <p:sldMasterId id="2147483792" r:id="rId72"/>
    <p:sldMasterId id="2147483794" r:id="rId73"/>
    <p:sldMasterId id="2147483796" r:id="rId74"/>
    <p:sldMasterId id="2147483798" r:id="rId75"/>
    <p:sldMasterId id="2147483800" r:id="rId76"/>
    <p:sldMasterId id="2147483802" r:id="rId77"/>
    <p:sldMasterId id="2147483804" r:id="rId78"/>
    <p:sldMasterId id="2147483806" r:id="rId79"/>
    <p:sldMasterId id="2147483808" r:id="rId80"/>
    <p:sldMasterId id="2147483810" r:id="rId81"/>
    <p:sldMasterId id="2147483812" r:id="rId82"/>
    <p:sldMasterId id="2147483814" r:id="rId83"/>
    <p:sldMasterId id="2147483816" r:id="rId84"/>
    <p:sldMasterId id="2147483818" r:id="rId85"/>
    <p:sldMasterId id="2147483820" r:id="rId86"/>
  </p:sldMasterIdLst>
  <p:notesMasterIdLst>
    <p:notesMasterId r:id="rId87"/>
  </p:notesMasterIdLst>
  <p:sldIdLst>
    <p:sldId id="256" r:id="rId88"/>
    <p:sldId id="257" r:id="rId89"/>
    <p:sldId id="258" r:id="rId90"/>
    <p:sldId id="259" r:id="rId91"/>
    <p:sldId id="260" r:id="rId92"/>
    <p:sldId id="261" r:id="rId93"/>
    <p:sldId id="262" r:id="rId94"/>
    <p:sldId id="263" r:id="rId95"/>
    <p:sldId id="264" r:id="rId96"/>
    <p:sldId id="265" r:id="rId97"/>
    <p:sldId id="266" r:id="rId98"/>
    <p:sldId id="267" r:id="rId99"/>
  </p:sldIdLst>
  <p:sldSz cx="9144000" cy="514826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slideMaster" Target="slideMasters/slideMaster78.xml"/><Relationship Id="rId80" Type="http://schemas.openxmlformats.org/officeDocument/2006/relationships/slideMaster" Target="slideMasters/slideMaster79.xml"/><Relationship Id="rId81" Type="http://schemas.openxmlformats.org/officeDocument/2006/relationships/slideMaster" Target="slideMasters/slideMaster80.xml"/><Relationship Id="rId82" Type="http://schemas.openxmlformats.org/officeDocument/2006/relationships/slideMaster" Target="slideMasters/slideMaster81.xml"/><Relationship Id="rId83" Type="http://schemas.openxmlformats.org/officeDocument/2006/relationships/slideMaster" Target="slideMasters/slideMaster82.xml"/><Relationship Id="rId84" Type="http://schemas.openxmlformats.org/officeDocument/2006/relationships/slideMaster" Target="slideMasters/slideMaster83.xml"/><Relationship Id="rId85" Type="http://schemas.openxmlformats.org/officeDocument/2006/relationships/slideMaster" Target="slideMasters/slideMaster84.xml"/><Relationship Id="rId86" Type="http://schemas.openxmlformats.org/officeDocument/2006/relationships/slideMaster" Target="slideMasters/slideMaster85.xml"/><Relationship Id="rId87" Type="http://schemas.openxmlformats.org/officeDocument/2006/relationships/notesMaster" Target="notesMasters/notesMaster1.xml"/><Relationship Id="rId88" Type="http://schemas.openxmlformats.org/officeDocument/2006/relationships/slide" Target="slides/slide1.xml"/><Relationship Id="rId89" Type="http://schemas.openxmlformats.org/officeDocument/2006/relationships/slide" Target="slides/slide2.xml"/><Relationship Id="rId90" Type="http://schemas.openxmlformats.org/officeDocument/2006/relationships/slide" Target="slides/slide3.xml"/><Relationship Id="rId91" Type="http://schemas.openxmlformats.org/officeDocument/2006/relationships/slide" Target="slides/slide4.xml"/><Relationship Id="rId92" Type="http://schemas.openxmlformats.org/officeDocument/2006/relationships/slide" Target="slides/slide5.xml"/><Relationship Id="rId93" Type="http://schemas.openxmlformats.org/officeDocument/2006/relationships/slide" Target="slides/slide6.xml"/><Relationship Id="rId94" Type="http://schemas.openxmlformats.org/officeDocument/2006/relationships/slide" Target="slides/slide7.xml"/><Relationship Id="rId95" Type="http://schemas.openxmlformats.org/officeDocument/2006/relationships/slide" Target="slides/slide8.xml"/><Relationship Id="rId96" Type="http://schemas.openxmlformats.org/officeDocument/2006/relationships/slide" Target="slides/slide9.xml"/><Relationship Id="rId97" Type="http://schemas.openxmlformats.org/officeDocument/2006/relationships/slide" Target="slides/slide10.xml"/><Relationship Id="rId98" Type="http://schemas.openxmlformats.org/officeDocument/2006/relationships/slide" Target="slides/slide11.xml"/><Relationship Id="rId99" Type="http://schemas.openxmlformats.org/officeDocument/2006/relationships/slide" Target="slides/slide12.xml"/><Relationship Id="rId10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dt" idx="8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 type="ftr" idx="8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2" name="PlaceHolder 6"/>
          <p:cNvSpPr>
            <a:spLocks noGrp="1"/>
          </p:cNvSpPr>
          <p:nvPr>
            <p:ph type="sldNum" idx="8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1FA27C1-F829-49CA-8F21-78644E0726CC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F70196-EE83-4705-B870-3F433DDD874F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1C4B87-0D72-45BE-B1F0-6CD4A9F20789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949B43-0D44-46AA-941E-09513B577AC8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9EDB9B-ABB0-4C4B-BB15-90EAE0FDF306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A59FC0-4E48-48BD-B5DD-459524D608B1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2FE3B4-C169-4E6D-ADEA-551FC82C5DA4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7B6805-B3C2-4870-A8B0-F0D56B6C50F9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548E8F-0704-4DCF-8B95-58F6224A3764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16E733-1079-4E80-A6FD-9AA60465A1AC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03E0C6-4F2F-4405-BC0C-C55FB1849391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DC0380-0B07-4CF1-B051-6032502379B7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2000" cy="307044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560" cy="3584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55960" cy="44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B55339-C081-4A97-8A82-B4F964F30B31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2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3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4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3A0C3DC-FFC9-4EE1-B4F7-49F2FA249FB7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E99025-8D11-4FEA-A443-E4001C6F32D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5C3F48-29C4-4168-A530-CC911DD4EE6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248753F-1A02-41CB-88B3-8BB1FB243EB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148C85-B28B-4B54-87FF-AD8DEB48C66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9EA534-F336-4618-AE75-0FE7C38138C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F0707D5-429C-4E7C-9C53-4500AFBD4650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B4A4F2-1D34-4170-A28B-5D5097D6925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63AA0D7-E27F-4D16-9F43-D348917D29C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C58EF13-11B7-404F-ABF4-2E7209ADE75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256AA98-CDE4-484B-9CFB-57E2824617CD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A301776-2AE5-4973-BE3E-A81B55731A60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6A3670FA-B251-4775-9FCA-6D76BCC71F6F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2378EB4-4A56-4850-9BCB-4822317A39F3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260BC7B-01F5-47CA-9D2B-FE20C50E259F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01F32688-83D2-4D1A-B93B-89A08012A1D2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48591BD-8DB0-4186-984D-7EEDB486DBC5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5B8F95B-86D0-4ACA-9ED3-135DD59B0F1F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DDF73CE-0868-4E36-B92F-A023F9ECEA66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78F5E03-6633-4F71-B8A2-2C4A4F3536BF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E3D5A71-1ADD-4F92-8652-A4E30ECD6611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E4506D33-CBBF-4EAE-9F8A-D72AD0F25C5D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9EBB50F-4D4B-4E06-BDE9-93F7383675F4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1AFA3EA-F1FA-460D-B1CE-22FC78E1A7CB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4D42551A-971F-47C6-BC51-1734E545210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EF9C611-7207-4AFE-8DE4-69D3F333FC80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2551839-832E-4EAD-AEDC-7F67FAE2C327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F6AAF624-EAFA-4246-BE2E-C290BBB7B5C6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F7E37B9-FB35-456D-9486-A9361C0207A3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F021F13-EEE4-42E6-B493-8A2FF6CA6036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A0E3D763-C327-4944-BA92-A4CE5BFCB2B4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8D2EDD1-FFEB-4908-BBFE-B7EC0CC18B7B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93DB656-F955-4D3B-8E8C-4AFABE74B698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7BF870F5-628E-482A-8185-A467C783BB44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C0CDB687-2CAF-478A-83D1-FC257A8D330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B20F0E6C-4A64-40E1-8606-0966556CCE39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E1C82A14-AFD6-4EBE-8254-89F55DC63615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2C67816-2F5C-40CB-8340-B09A914C961A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8E41BB35-3760-4818-A30F-09E8B7A92BBF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AF82DFEB-1616-4A09-A2EB-534C2B848564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370F336F-CEA8-4F58-A14F-2B660A3330C6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415D4804-438D-4BBD-8068-ACECA4C1D658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3"/>
          </p:nvPr>
        </p:nvSpPr>
        <p:spPr/>
        <p:txBody>
          <a:bodyPr/>
          <a:p>
            <a:fld id="{0B3B8CD0-1CAF-4017-A47B-B87405851E67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2F3E0FB4-695A-49CE-A369-8FC4C5A3847A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D3122553-58C8-449D-BEE3-206D53C6638D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p>
            <a:fld id="{883D838D-728E-45F1-8FE0-1080CED18A13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9E84C45-10C6-43B7-BE07-FA38201A8EC4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B938CDC8-4611-40FE-8F01-F6D5DD1187FB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9"/>
          </p:nvPr>
        </p:nvSpPr>
        <p:spPr/>
        <p:txBody>
          <a:bodyPr/>
          <a:p>
            <a:fld id="{BCD70AD4-1166-456F-8A56-378FB400CC76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6BE0697-9353-48DC-A308-AE7128102657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52729873-5E80-4D34-B99C-59F3A59F5D3F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0CA69939-2D62-46A6-9B98-C5B8629534CE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1A6C90C6-2291-4D30-B54C-9538EECFE816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64663081-C4FF-4693-B52C-455C1CCF95D8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5"/>
          </p:nvPr>
        </p:nvSpPr>
        <p:spPr/>
        <p:txBody>
          <a:bodyPr/>
          <a:p>
            <a:fld id="{CF290C7E-7E2E-41F4-8307-F91D2FDE32D8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B67C34EE-3C9E-47F2-9528-612F4FFD4892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7"/>
          </p:nvPr>
        </p:nvSpPr>
        <p:spPr/>
        <p:txBody>
          <a:bodyPr/>
          <a:p>
            <a:fld id="{E93E6A45-1EDB-47F7-9A44-2506341B82E7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8"/>
          </p:nvPr>
        </p:nvSpPr>
        <p:spPr/>
        <p:txBody>
          <a:bodyPr/>
          <a:p>
            <a:fld id="{8206FE35-EDEA-4206-BE42-05147D798219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0A42A580-7C87-4048-9131-446522EB7995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4BB2AF8E-BE84-4AFB-954D-4972C44A09B9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1"/>
          </p:nvPr>
        </p:nvSpPr>
        <p:spPr/>
        <p:txBody>
          <a:bodyPr/>
          <a:p>
            <a:fld id="{270DCB6B-A373-4D7A-A5BF-8F56602952CE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DC2AB560-62B3-4B6A-AF05-521F54F59393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3"/>
          </p:nvPr>
        </p:nvSpPr>
        <p:spPr/>
        <p:txBody>
          <a:bodyPr/>
          <a:p>
            <a:fld id="{3F56768C-0392-4A6F-8A33-43A5F78DA318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4"/>
          </p:nvPr>
        </p:nvSpPr>
        <p:spPr/>
        <p:txBody>
          <a:bodyPr/>
          <a:p>
            <a:fld id="{32BC0085-3054-4F44-8BC7-9F2C1EFEB465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60AA9FB8-4569-412B-B435-0B4225BC0EA4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0DCC9DE7-0CDC-490C-BC74-F7C269814251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7"/>
          </p:nvPr>
        </p:nvSpPr>
        <p:spPr/>
        <p:txBody>
          <a:bodyPr/>
          <a:p>
            <a:fld id="{C7C7DDE7-422F-4A3A-B2C4-AC46253869DE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1D07F73F-1372-4A1A-803A-6D07BBD9649E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E86575A9-05EF-4FC1-95E2-5FE8C8AE7697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D2195720-0E5B-408C-B64B-360D469335A2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B2B33433-A096-448F-950C-FBAEFF8935EC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66689B7F-3331-4046-9A68-3B17CB9F1E55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B9D996DD-29FB-4680-99E3-8BF80B40C9A5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0"/>
          </p:nvPr>
        </p:nvSpPr>
        <p:spPr/>
        <p:txBody>
          <a:bodyPr/>
          <a:p>
            <a:fld id="{6906103B-D017-4170-8030-6BFD36DBEC44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ED233415-F43B-4A9A-A34E-82947A6016A4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5B2E5537-9C60-4EE0-9D18-2097CE39B50B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3"/>
          </p:nvPr>
        </p:nvSpPr>
        <p:spPr/>
        <p:txBody>
          <a:bodyPr/>
          <a:p>
            <a:fld id="{A7397E27-CD1F-4A3B-A1F8-783EE1450E9B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C460794E-CAAC-4160-B935-ADB3AA340470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5"/>
          </p:nvPr>
        </p:nvSpPr>
        <p:spPr/>
        <p:txBody>
          <a:bodyPr/>
          <a:p>
            <a:fld id="{10C8E686-AF7D-4601-8444-1D77609EF5A6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6"/>
          </p:nvPr>
        </p:nvSpPr>
        <p:spPr/>
        <p:txBody>
          <a:bodyPr/>
          <a:p>
            <a:fld id="{F6715104-9BB1-48EC-BDD6-44F68E58A920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B75CE1A7-B0A3-43CF-A777-746480CDF0E1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8"/>
          </p:nvPr>
        </p:nvSpPr>
        <p:spPr/>
        <p:txBody>
          <a:bodyPr/>
          <a:p>
            <a:fld id="{14BCD59D-B743-450F-AC59-6F8B0DF11564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9"/>
          </p:nvPr>
        </p:nvSpPr>
        <p:spPr/>
        <p:txBody>
          <a:bodyPr/>
          <a:p>
            <a:fld id="{33EE5F66-5E0A-4BAE-AF25-BF55D1C8B8C5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6495DD76-DE69-4A11-8A03-EF43D4E6F69B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1"/>
          </p:nvPr>
        </p:nvSpPr>
        <p:spPr/>
        <p:txBody>
          <a:bodyPr/>
          <a:p>
            <a:fld id="{7D3A0614-21B7-4E15-96CF-EB3E9A0A9D71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2"/>
          </p:nvPr>
        </p:nvSpPr>
        <p:spPr/>
        <p:txBody>
          <a:bodyPr/>
          <a:p>
            <a:fld id="{7D2BBB60-D2B9-4F99-8D82-819EE5FB554A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6C916FF6-CD2B-493A-9758-C68004637657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4"/>
          </p:nvPr>
        </p:nvSpPr>
        <p:spPr/>
        <p:txBody>
          <a:bodyPr/>
          <a:p>
            <a:fld id="{D32C6544-E5D7-4EE0-9B27-9841189C213A}" type="slidenum">
              <a:t>&lt;#&gt;</a:t>
            </a:fld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5"/>
          </p:nvPr>
        </p:nvSpPr>
        <p:spPr/>
        <p:txBody>
          <a:bodyPr/>
          <a:p>
            <a:fld id="{03851A8A-A41E-4E32-9DA1-EFB98F06741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4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5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6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7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8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9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80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81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slideLayout" Target="../slideLayouts/slideLayout82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9.xml"/><Relationship Id="rId2" Type="http://schemas.openxmlformats.org/officeDocument/2006/relationships/slideLayout" Target="../slideLayouts/slideLayout83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80.xml"/><Relationship Id="rId2" Type="http://schemas.openxmlformats.org/officeDocument/2006/relationships/slideLayout" Target="../slideLayouts/slideLayout84.xml"/>
</Relationships>
</file>

<file path=ppt/slideMasters/_rels/slideMaster81.xml.rels><?xml version="1.0" encoding="UTF-8"?>
<Relationships xmlns="http://schemas.openxmlformats.org/package/2006/relationships"><Relationship Id="rId1" Type="http://schemas.openxmlformats.org/officeDocument/2006/relationships/theme" Target="../theme/theme81.xml"/><Relationship Id="rId2" Type="http://schemas.openxmlformats.org/officeDocument/2006/relationships/slideLayout" Target="../slideLayouts/slideLayout85.xml"/>
</Relationships>
</file>

<file path=ppt/slideMasters/_rels/slideMaster82.xml.rels><?xml version="1.0" encoding="UTF-8"?>
<Relationships xmlns="http://schemas.openxmlformats.org/package/2006/relationships"><Relationship Id="rId1" Type="http://schemas.openxmlformats.org/officeDocument/2006/relationships/theme" Target="../theme/theme82.xml"/><Relationship Id="rId2" Type="http://schemas.openxmlformats.org/officeDocument/2006/relationships/slideLayout" Target="../slideLayouts/slideLayout86.xml"/>
</Relationships>
</file>

<file path=ppt/slideMasters/_rels/slideMaster83.xml.rels><?xml version="1.0" encoding="UTF-8"?>
<Relationships xmlns="http://schemas.openxmlformats.org/package/2006/relationships"><Relationship Id="rId1" Type="http://schemas.openxmlformats.org/officeDocument/2006/relationships/theme" Target="../theme/theme83.xml"/><Relationship Id="rId2" Type="http://schemas.openxmlformats.org/officeDocument/2006/relationships/slideLayout" Target="../slideLayouts/slideLayout87.xml"/>
</Relationships>
</file>

<file path=ppt/slideMasters/_rels/slideMaster84.xml.rels><?xml version="1.0" encoding="UTF-8"?>
<Relationships xmlns="http://schemas.openxmlformats.org/package/2006/relationships"><Relationship Id="rId1" Type="http://schemas.openxmlformats.org/officeDocument/2006/relationships/theme" Target="../theme/theme84.xml"/><Relationship Id="rId2" Type="http://schemas.openxmlformats.org/officeDocument/2006/relationships/slideLayout" Target="../slideLayouts/slideLayout88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85.xml"/><Relationship Id="rId2" Type="http://schemas.openxmlformats.org/officeDocument/2006/relationships/slideLayout" Target="../slideLayouts/slideLayout8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817035-EF38-4FF1-93CB-34F7568C9E8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B524F7-7E3D-4E49-92B1-A8EE2BA0F27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3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453C73-1B05-48FB-8BE5-18E36664BA6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1AD7CC-CE25-45B2-A5C8-E05D4293037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5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96D28C-D920-4490-AB51-F406A1AF6CA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8C59D8-4818-4297-9FE5-9BD2657B635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7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747765-B48C-4D84-AADD-410F568D4CE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8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0825B7-3EE1-4F8F-AC54-F7D3B22DCF4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9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23669E-46F4-416A-A11D-95398EAEFB7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B3E917-DA19-4D24-AAF4-A9CFEEF67DA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BBB92C-55C5-4D41-971E-5B764870EBC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9D4021-83CC-452E-A5F4-8882C0E425F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AB64BE-EDEC-47EB-8ECD-7355155D9FF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3BE875-53E3-4625-A0DF-47D14F41B9F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C859E0-21FD-4591-A667-9F1C2235EBC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16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14B8D0-962C-4AE6-A98C-D3968BCEA5D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17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650F3C-3527-4BC5-A520-57BFFFF436C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8B503A-D73B-4F2D-BEAF-D88C66A2FB2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5892DF-8962-4911-9137-A3DBE66C192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FAE2AB-7384-47BE-B79A-28DF66D337E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71872F-AC60-4C6C-92A6-50F7B47B60E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7597D1-05BC-4F87-895F-652CC57D155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6BB38C-B9F2-4B79-9509-2015AB684AF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24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D999E2-3EF3-4802-8C45-0D9CC17E85E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25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083931-5190-4D4F-9E4D-6F847B0592E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sldNum" idx="26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A2A5B0-D076-4616-8C08-6D74B12F9FE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27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54D51F-A7AD-4C11-BC9E-2058A76A21D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28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8D87BA-B879-4222-9F8A-81678E5D224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29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FC4E0A-F0C4-4DAB-B3D3-D81AE05090D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30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3DAC57-8E6D-4811-B511-BCD566C82E3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31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6C2A9E-DF84-47AA-A06D-ADD46D0BA34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32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93875E-A496-4E85-A6FE-CBB252F3020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3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05404E-8013-43C9-B954-FBCDD39E8A4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4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210FB1-47AB-4AF2-93A2-5B1895BBEDC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Num" idx="35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F38AA4-1DCB-41F7-8B53-74373E69035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36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2D5724-8B06-44DE-88BB-AD3DA38DD08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37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2111ED-EA22-4D61-B5F7-DD647454CB1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sldNum" idx="38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EF7595-A3B3-4D7E-B4D0-D3C4AF9269B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ldNum" idx="39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F09B8F-1980-4E34-BBCB-55513DD7C8A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40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9204C6-48DA-4CAC-9FEB-B331667C087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1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2F3058-EAA2-49BE-AB58-91CAD47EEC2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sldNum" idx="42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0A3331-6F74-410E-9628-BF393BF99A4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ldNum" idx="43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B1DAC7-2458-469A-A8C1-082AADB8403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ldNum" idx="44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961D0E-2524-4898-9DE4-90DE82E3088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5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005438-E4E2-475A-9984-E28F0D89DFF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ldNum" idx="46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36C89F-5E66-4010-9B8E-1601AF757A1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sldNum" idx="47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255142-4D70-43E0-AFE0-BEC9D857092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ldNum" idx="48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F6EA93-48C0-494C-84FA-C636358F0CB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49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A537E1-12C1-4DE6-A23B-F8CF098AF2B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sldNum" idx="50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475360-C51B-4C89-A0EC-1F17DB61BD1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sldNum" idx="51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63A72F-ADC7-4E55-B29F-B9C6EDD1FE5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52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3D7E43-938A-41E6-AB8C-37C220299D2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53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E44C01-4E6E-4BDA-B556-5FC72D8F0F4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sldNum" idx="54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4866A7-1503-4691-93AE-EBCC0C2F12A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ldNum" idx="55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015948-E93F-4AC1-8F86-5DC79504768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ldNum" idx="56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F5C0A4-CBDE-44AD-9404-5A7396F5613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sldNum" idx="57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60B2F6-8E92-49D5-896C-78F28D06033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58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1AA4AA-10AA-47FF-A955-EAC276214F0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sldNum" idx="59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49862D-2C34-4A3B-8F6C-E688D15861C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ldNum" idx="60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E4CE7B-16EE-4EBD-862A-11C2A186D5D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61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B8086D-0B80-45F8-AC78-6E9C594EEC5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ldNum" idx="62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1DB5E7-1374-4262-8A57-1249B37A92A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sldNum" idx="63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83ABE5-ABFB-4888-AD0E-3F29339D015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ldNum" idx="64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6FE1E6-6C72-44DA-BCFE-2316CE0B7FD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65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B22D42-49CE-4711-B470-42CC856A881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sldNum" idx="66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C2D89E-2473-4DE3-83FE-8A2CB47480E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sldNum" idx="67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D068E4-1BEA-4A3C-9219-201A924B328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sldNum" idx="68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ACEF25-EF72-4732-B83D-AACACA307B2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Num" idx="69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DBF2EF-9B26-4C02-A4D5-A3A9C96900B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2"/>
    <p:sldLayoutId id="2147483786" r:id="rId3"/>
    <p:sldLayoutId id="2147483787" r:id="rId4"/>
    <p:sldLayoutId id="2147483788" r:id="rId5"/>
    <p:sldLayoutId id="2147483789" r:id="rId6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70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DAEF28-DA11-4418-9102-72924886425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sldNum" idx="71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BDB7BD-3F1C-4C45-B653-9C917CCA252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sldNum" idx="72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0C38D5-6CD5-48A9-9D54-E89CA29A340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sldNum" idx="73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BFC98C-9B64-477F-B145-0B2A3C3D291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74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610BEB-0896-4FD0-96E8-683A301388A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PlaceHolder 4"/>
          <p:cNvSpPr>
            <a:spLocks noGrp="1"/>
          </p:cNvSpPr>
          <p:nvPr>
            <p:ph type="sldNum" idx="75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ABF108-AC51-44E6-A5E4-7A302462917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sldNum" idx="76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33D706-6BE2-4A97-AEB0-C1F6950EFEA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2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ldNum" idx="77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92AFB8-DF0D-43C6-BD9B-C54445FE455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2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Num" idx="78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A14F27-9D2F-4341-9B14-569D0070239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2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888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79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7BAC5F-27CE-4767-AFAB-4ACA9C774ED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2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 type="sldNum" idx="80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7B1DF3-5DA8-4DD9-BBF8-913D91F14E1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2"/>
  </p:sldLayoutIdLst>
</p:sldMaster>
</file>

<file path=ppt/slideMasters/slideMaster8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sldNum" idx="81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5DCE02-2DFC-4593-9D5F-D83A871A6EF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2"/>
  </p:sldLayoutIdLst>
</p:sldMaster>
</file>

<file path=ppt/slideMasters/slideMaster8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Num" idx="82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98E2D9-957A-4E10-BC8E-CCDD5261C51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2"/>
  </p:sldLayoutIdLst>
</p:sldMaster>
</file>

<file path=ppt/slideMasters/slideMaster8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Num" idx="83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5F5F04-90F0-40DF-8220-50D32D0AD3B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2"/>
  </p:sldLayoutIdLst>
</p:sldMaster>
</file>

<file path=ppt/slideMasters/slideMaster8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6;p9"/>
          <p:cNvSpPr/>
          <p:nvPr/>
        </p:nvSpPr>
        <p:spPr>
          <a:xfrm>
            <a:off x="4572000" y="0"/>
            <a:ext cx="4562640" cy="5138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sldNum" idx="84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862B37-9A72-4447-9FE4-21D2F65EA06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2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Num" idx="85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9B2E10-1D90-493B-B9F2-70BA5D345FD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3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834480" y="527760"/>
            <a:ext cx="7465320" cy="175716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ctr">
            <a:noAutofit/>
          </a:bodyPr>
          <a:p>
            <a:pPr indent="0" algn="ctr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Cutting circuits with multiple two-qubit unitaries</a:t>
            </a:r>
            <a:r>
              <a:rPr b="0" lang="en-US" sz="2600" strike="noStrike" u="none">
                <a:solidFill>
                  <a:srgbClr val="ffffff"/>
                </a:solidFill>
                <a:uFillTx/>
                <a:latin typeface="Arial"/>
                <a:ea typeface="Times New Roman"/>
              </a:rPr>
              <a:t> </a:t>
            </a:r>
            <a:br>
              <a:rPr sz="2600"/>
            </a:b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By: L. Schmitt, C. Piveteau &amp; D. Sutter</a:t>
            </a:r>
            <a:br>
              <a:rPr sz="2200"/>
            </a:b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394" name="Google Shape;56;p13"/>
          <p:cNvCxnSpPr/>
          <p:nvPr/>
        </p:nvCxnSpPr>
        <p:spPr>
          <a:xfrm>
            <a:off x="204480" y="230472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cxnSp>
        <p:nvCxnSpPr>
          <p:cNvPr id="395" name="Google Shape;57;p13"/>
          <p:cNvCxnSpPr/>
          <p:nvPr/>
        </p:nvCxnSpPr>
        <p:spPr>
          <a:xfrm>
            <a:off x="204480" y="39488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396" name="PlaceHolder 2"/>
          <p:cNvSpPr>
            <a:spLocks noGrp="1"/>
          </p:cNvSpPr>
          <p:nvPr>
            <p:ph type="sldNum" idx="89"/>
          </p:nvPr>
        </p:nvSpPr>
        <p:spPr>
          <a:xfrm>
            <a:off x="8472600" y="466668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760BD2-1DAC-4AEF-AA76-4CA4000D8DD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97" name="Google Shape;59;p13"/>
          <p:cNvSpPr/>
          <p:nvPr/>
        </p:nvSpPr>
        <p:spPr>
          <a:xfrm>
            <a:off x="1946880" y="2246040"/>
            <a:ext cx="5241240" cy="16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" sz="13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Presentation by: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Will Buziak</a:t>
            </a:r>
            <a:br>
              <a:rPr sz="1900"/>
            </a:br>
            <a:r>
              <a:rPr b="0" lang="en" sz="17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Department of Computer Science</a:t>
            </a:r>
            <a:br>
              <a:rPr sz="1700"/>
            </a:br>
            <a:r>
              <a:rPr b="0" lang="en" sz="17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Colorado School of Mines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8" name="Google Shape;60;p13"/>
          <p:cNvSpPr/>
          <p:nvPr/>
        </p:nvSpPr>
        <p:spPr>
          <a:xfrm>
            <a:off x="3071880" y="3951720"/>
            <a:ext cx="299052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Background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343080" y="822960"/>
            <a:ext cx="8568720" cy="41180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To make real-world use of quantum algorithms, we need to address two main issues with quantum hardware: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Scaling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Fault-tolerance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Both issues are related to circuit depth, entangling gates &amp; specific device constraints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01" name="Google Shape;207;p 14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02" name="PlaceHolder 3"/>
          <p:cNvSpPr>
            <a:spLocks noGrp="1"/>
          </p:cNvSpPr>
          <p:nvPr>
            <p:ph type="sldNum" idx="90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A1EBC9-928F-474B-9CD7-A0381421B99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649800" y="4114800"/>
            <a:ext cx="7784280" cy="683280"/>
          </a:xfrm>
          <a:prstGeom prst="roundRect">
            <a:avLst>
              <a:gd name="adj" fmla="val 16667"/>
            </a:avLst>
          </a:prstGeom>
          <a:solidFill>
            <a:srgbClr val="ffe9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Goal: Use classical processing with a small quantum computer to efficiently simulate a larger quantum circuit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Circuit cutting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343080" y="822960"/>
            <a:ext cx="8568720" cy="2499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We can break our circuit into sub-circuits with a </a:t>
            </a:r>
            <a:r>
              <a:rPr b="0" i="1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circuit cut </a:t>
            </a: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(knitting)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Two main types: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Space-like (</a:t>
            </a:r>
            <a:r>
              <a:rPr b="0" lang="en-US" sz="2200" strike="noStrike" u="none">
                <a:solidFill>
                  <a:srgbClr val="ff5429"/>
                </a:solidFill>
                <a:uFillTx/>
                <a:latin typeface="Times New Roman"/>
                <a:ea typeface="Times New Roman"/>
              </a:rPr>
              <a:t>gate</a:t>
            </a: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): </a:t>
            </a: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Substitute an entangling unitary with single-qubit gates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Time-like (</a:t>
            </a:r>
            <a:r>
              <a:rPr b="0" lang="en-US" sz="2200" strike="noStrike" u="none">
                <a:solidFill>
                  <a:srgbClr val="729fcf"/>
                </a:solidFill>
                <a:uFillTx/>
                <a:latin typeface="Times New Roman"/>
                <a:ea typeface="Times New Roman"/>
              </a:rPr>
              <a:t>wire</a:t>
            </a: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): </a:t>
            </a: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A qubit register is measured and local operations are inserted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06" name="Google Shape;207;p 2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07" name="PlaceHolder 3"/>
          <p:cNvSpPr>
            <a:spLocks noGrp="1"/>
          </p:cNvSpPr>
          <p:nvPr>
            <p:ph type="sldNum" idx="91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B5EF23-7705-4892-9AFC-DD82D0C9BF4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pic>
        <p:nvPicPr>
          <p:cNvPr id="408" name="" descr=""/>
          <p:cNvPicPr/>
          <p:nvPr/>
        </p:nvPicPr>
        <p:blipFill>
          <a:blip r:embed="rId1"/>
          <a:stretch/>
        </p:blipFill>
        <p:spPr>
          <a:xfrm>
            <a:off x="2401200" y="3322800"/>
            <a:ext cx="4612680" cy="1513080"/>
          </a:xfrm>
          <a:prstGeom prst="rect">
            <a:avLst/>
          </a:prstGeom>
          <a:ln w="0">
            <a:noFill/>
          </a:ln>
        </p:spPr>
      </p:pic>
      <p:sp>
        <p:nvSpPr>
          <p:cNvPr id="409" name=""/>
          <p:cNvSpPr/>
          <p:nvPr/>
        </p:nvSpPr>
        <p:spPr>
          <a:xfrm>
            <a:off x="7086600" y="4800600"/>
            <a:ext cx="4564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[2]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Circuit classification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/>
          </p:nvPr>
        </p:nvSpPr>
        <p:spPr>
          <a:xfrm>
            <a:off x="343080" y="822960"/>
            <a:ext cx="8568720" cy="2148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After a cut, we reconstruct the expectation value with classical post-processing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The extent of the post-processing step is dependent on the desired accuracy relative to the original circuit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Gate cutting is a form of </a:t>
            </a:r>
            <a:r>
              <a:rPr b="0" i="1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unitary decomposition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12" name="Google Shape;207;p 4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13" name="PlaceHolder 3"/>
          <p:cNvSpPr>
            <a:spLocks noGrp="1"/>
          </p:cNvSpPr>
          <p:nvPr>
            <p:ph type="sldNum" idx="92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56101D-254D-42C1-BDE9-BB789C5DCAC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pic>
        <p:nvPicPr>
          <p:cNvPr id="414" name="" descr=""/>
          <p:cNvPicPr/>
          <p:nvPr/>
        </p:nvPicPr>
        <p:blipFill>
          <a:blip r:embed="rId1"/>
          <a:stretch/>
        </p:blipFill>
        <p:spPr>
          <a:xfrm>
            <a:off x="2151000" y="3440520"/>
            <a:ext cx="4841280" cy="1500480"/>
          </a:xfrm>
          <a:prstGeom prst="rect">
            <a:avLst/>
          </a:prstGeom>
          <a:ln w="0">
            <a:noFill/>
          </a:ln>
        </p:spPr>
      </p:pic>
      <p:sp>
        <p:nvSpPr>
          <p:cNvPr id="415" name=""/>
          <p:cNvSpPr/>
          <p:nvPr/>
        </p:nvSpPr>
        <p:spPr>
          <a:xfrm>
            <a:off x="7086600" y="4800960"/>
            <a:ext cx="4564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[1]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Optimal cuts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343080" y="822960"/>
            <a:ext cx="8568720" cy="21488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Finding the optimal cut is still an open research topic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17784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Complicated interleaving gates can be non-trivial to schedule and replace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Guarantees &amp; proofs explored in this paper are all case-dependent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17784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Necessitates a robust compilation technique that factors device topology with circuit characteristics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18" name="Google Shape;207;p 10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19" name="PlaceHolder 3"/>
          <p:cNvSpPr>
            <a:spLocks noGrp="1"/>
          </p:cNvSpPr>
          <p:nvPr>
            <p:ph type="sldNum" idx="93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F4839B-5365-4B5B-8E4A-8374D93DBCC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7086600" y="4800960"/>
            <a:ext cx="4564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[1]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21" name="" descr=""/>
          <p:cNvPicPr/>
          <p:nvPr/>
        </p:nvPicPr>
        <p:blipFill>
          <a:blip r:embed="rId1"/>
          <a:stretch/>
        </p:blipFill>
        <p:spPr>
          <a:xfrm>
            <a:off x="2151000" y="3440520"/>
            <a:ext cx="4841280" cy="150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Unitary decomposition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/>
          </p:nvPr>
        </p:nvSpPr>
        <p:spPr>
          <a:xfrm>
            <a:off x="343080" y="822960"/>
            <a:ext cx="8568720" cy="1234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We replace an entangling unitary with a string of single qubit gates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Often the pauli rotation gates (this paper argues pauli basis is not ideal)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Many decomposition methods: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LCU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Quasi-Probability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KAK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24" name="Google Shape;207;p 9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25" name="PlaceHolder 3"/>
          <p:cNvSpPr>
            <a:spLocks noGrp="1"/>
          </p:cNvSpPr>
          <p:nvPr>
            <p:ph type="sldNum" idx="94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49C204-EB39-409D-8095-D238A1FCBB0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Unitary decomposition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343080" y="822960"/>
            <a:ext cx="8568720" cy="1234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We replace an entangling unitary with a string of single qubit gates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Often the pauli rotation gates (this paper argues pauli basis is not ideal)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Many decomposition methods: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LCU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Quasi-Probability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648000" indent="-216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1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KAK</a:t>
            </a: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28" name="Google Shape;207;p 5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29" name="PlaceHolder 3"/>
          <p:cNvSpPr>
            <a:spLocks noGrp="1"/>
          </p:cNvSpPr>
          <p:nvPr>
            <p:ph type="sldNum" idx="95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144C67-E926-420C-9763-24CAC522859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4812480" y="3501000"/>
            <a:ext cx="4343040" cy="685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800" strike="noStrike" u="none">
                <a:solidFill>
                  <a:srgbClr val="ffffff"/>
                </a:solidFill>
                <a:uFillTx/>
                <a:latin typeface="Times New Roman"/>
              </a:rPr>
              <a:t>M = .12XY + .34YZ</a:t>
            </a:r>
            <a:endParaRPr b="0" lang="en-US" sz="28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 rot="5373000">
            <a:off x="6186600" y="3271680"/>
            <a:ext cx="273600" cy="302760"/>
          </a:xfrm>
          <a:custGeom>
            <a:avLst/>
            <a:gdLst>
              <a:gd name="textAreaLeft" fmla="*/ 174960 w 273600"/>
              <a:gd name="textAreaRight" fmla="*/ 274320 w 273600"/>
              <a:gd name="textAreaTop" fmla="*/ 7560 h 302760"/>
              <a:gd name="textAreaBottom" fmla="*/ 295560 h 30276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367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 rot="16206600">
            <a:off x="7019280" y="3932280"/>
            <a:ext cx="273600" cy="283680"/>
          </a:xfrm>
          <a:custGeom>
            <a:avLst/>
            <a:gdLst>
              <a:gd name="textAreaLeft" fmla="*/ 174960 w 273600"/>
              <a:gd name="textAreaRight" fmla="*/ 274320 w 273600"/>
              <a:gd name="textAreaTop" fmla="*/ 7200 h 283680"/>
              <a:gd name="textAreaBottom" fmla="*/ 276840 h 28368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367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 rot="21586200">
            <a:off x="4584960" y="3610800"/>
            <a:ext cx="273600" cy="310680"/>
          </a:xfrm>
          <a:custGeom>
            <a:avLst/>
            <a:gdLst>
              <a:gd name="textAreaLeft" fmla="*/ 174960 w 273600"/>
              <a:gd name="textAreaRight" fmla="*/ 274320 w 273600"/>
              <a:gd name="textAreaTop" fmla="*/ 7920 h 310680"/>
              <a:gd name="textAreaBottom" fmla="*/ 303120 h 31068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367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3516840" y="3501360"/>
            <a:ext cx="1208880" cy="71496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</a:rPr>
              <a:t>Unitary</a:t>
            </a:r>
            <a:endParaRPr b="0" lang="en-US" sz="2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5785200" y="2817360"/>
            <a:ext cx="1596240" cy="46728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uFillTx/>
                <a:latin typeface="Times New Roman"/>
              </a:rPr>
              <a:t>Pauli gates</a:t>
            </a:r>
            <a:endParaRPr b="0" lang="en-US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6685560" y="4293720"/>
            <a:ext cx="1596240" cy="46728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uFillTx/>
                <a:latin typeface="Times New Roman"/>
              </a:rPr>
              <a:t>coefficients</a:t>
            </a:r>
            <a:endParaRPr b="0" lang="en-US" sz="16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Quasi-Probability Decomposition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343080" y="822960"/>
            <a:ext cx="8568720" cy="2377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A QPD* is a Monte Carlo simulation that probabilistically replaces non-local gates with local operations: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Each shot samples a probability distribution and indexes a set of allowable gates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After repeating this calculation and accumulating the results, we can reconstruct the original circuit expectation value from each sub-circuit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This demands an additional sampling overhead that scales exponentially with number of cuts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39" name="Google Shape;207;p 7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40" name="PlaceHolder 3"/>
          <p:cNvSpPr>
            <a:spLocks noGrp="1"/>
          </p:cNvSpPr>
          <p:nvPr>
            <p:ph type="sldNum" idx="96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EFD1F4-B043-43FD-BA6E-90EF55555DC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457200" y="4800600"/>
            <a:ext cx="2971440" cy="37332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uFillTx/>
                <a:latin typeface="Arial"/>
              </a:rPr>
              <a:t>* Reference [1] equation 9</a:t>
            </a:r>
            <a:r>
              <a:rPr b="0" lang="en-US" sz="1800" strike="noStrike" u="none">
                <a:solidFill>
                  <a:srgbClr val="ffffff"/>
                </a:solidFill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Hadamard Test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127080" y="750960"/>
            <a:ext cx="5143320" cy="39776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Hadamard Test</a:t>
            </a: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: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A random controlled unitary is entangled with an ancilla qubit in superposition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17784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We are able to construct an expectation value 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Double Hadamard Test</a:t>
            </a:r>
            <a:r>
              <a:rPr b="0" lang="en-US" sz="2200" strike="noStrike" u="none" baseline="33000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[2]</a:t>
            </a: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: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An additional ancilla is used in to test a circuit cut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17784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Reconstruct the expectation value of a circuit cut on an arbitrary two-qubit unitary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44" name="Google Shape;207;p 8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45" name="PlaceHolder 3"/>
          <p:cNvSpPr>
            <a:spLocks noGrp="1"/>
          </p:cNvSpPr>
          <p:nvPr>
            <p:ph type="sldNum" idx="97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00AFB1-217A-45B4-841B-291A45BA4DF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pic>
        <p:nvPicPr>
          <p:cNvPr id="446" name="" descr=""/>
          <p:cNvPicPr/>
          <p:nvPr/>
        </p:nvPicPr>
        <p:blipFill>
          <a:blip r:embed="rId1"/>
          <a:stretch/>
        </p:blipFill>
        <p:spPr>
          <a:xfrm>
            <a:off x="5427000" y="1047960"/>
            <a:ext cx="3241800" cy="1367640"/>
          </a:xfrm>
          <a:prstGeom prst="rect">
            <a:avLst/>
          </a:prstGeom>
          <a:ln w="0">
            <a:noFill/>
          </a:ln>
        </p:spPr>
      </p:pic>
      <p:pic>
        <p:nvPicPr>
          <p:cNvPr id="447" name="" descr=""/>
          <p:cNvPicPr/>
          <p:nvPr/>
        </p:nvPicPr>
        <p:blipFill>
          <a:blip r:embed="rId2"/>
          <a:stretch/>
        </p:blipFill>
        <p:spPr>
          <a:xfrm>
            <a:off x="5427000" y="2556720"/>
            <a:ext cx="3258360" cy="2015280"/>
          </a:xfrm>
          <a:prstGeom prst="rect">
            <a:avLst/>
          </a:prstGeom>
          <a:ln w="0">
            <a:noFill/>
          </a:ln>
        </p:spPr>
      </p:pic>
      <p:sp>
        <p:nvSpPr>
          <p:cNvPr id="448" name=""/>
          <p:cNvSpPr/>
          <p:nvPr/>
        </p:nvSpPr>
        <p:spPr>
          <a:xfrm>
            <a:off x="8742600" y="4296600"/>
            <a:ext cx="4564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[2]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8742600" y="2136600"/>
            <a:ext cx="4564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[3]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Takeaways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/>
          </p:nvPr>
        </p:nvSpPr>
        <p:spPr>
          <a:xfrm>
            <a:off x="343080" y="822960"/>
            <a:ext cx="8568720" cy="41180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-324000">
              <a:lnSpc>
                <a:spcPct val="115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We can simulate a large quantum circuit by executing small sub-circuits on real quantum devices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-324000">
              <a:lnSpc>
                <a:spcPct val="115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The cost of circuit cutting is a </a:t>
            </a:r>
            <a:r>
              <a:rPr b="0" i="1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sampling overhead</a:t>
            </a: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i="1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that grows exponentially</a:t>
            </a: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 with the number of cuts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-324000">
              <a:lnSpc>
                <a:spcPct val="115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Cutting an arbitrary number of two-qubit unitaries in </a:t>
            </a:r>
            <a:r>
              <a:rPr b="0" i="1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parallel</a:t>
            </a: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 is cheaper than doing so individually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52" name="Google Shape;207;p 3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53" name="PlaceHolder 3"/>
          <p:cNvSpPr>
            <a:spLocks noGrp="1"/>
          </p:cNvSpPr>
          <p:nvPr>
            <p:ph type="sldNum" idx="98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4D7BE2-36C1-47A3-97B9-0B65E9C1A74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Discussion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343080" y="822960"/>
            <a:ext cx="8568720" cy="41180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How are quantum channels included mathematically?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Channels introduce a phase shift 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Why is QPD so widely used / cited?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Intuition behind Lie algebra – is this important to internalize?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17784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Simple?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17784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uFillTx/>
                <a:latin typeface="Times New Roman"/>
                <a:ea typeface="Times New Roman"/>
              </a:rPr>
              <a:t>Semi-simple?!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56" name="Google Shape;207;p 6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57" name="PlaceHolder 3"/>
          <p:cNvSpPr>
            <a:spLocks noGrp="1"/>
          </p:cNvSpPr>
          <p:nvPr>
            <p:ph type="sldNum" idx="99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1A118E-491C-495D-9D23-3CA1FC7006E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58160" cy="91440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Sources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343080" y="606960"/>
            <a:ext cx="8305920" cy="44150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[1] Cutting circuits with multiple two-qubit unitaries</a:t>
            </a:r>
            <a:r>
              <a:rPr b="0" i="1" lang="en" sz="1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. L. Schmitt, C. Piveteau, and D. Sutter </a:t>
            </a:r>
            <a:r>
              <a:rPr b="0" lang="en" sz="1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in Quantum February 08, 2025.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[2] Optimal quantum circuit cuts with application to clustered hamiltonian simulation. </a:t>
            </a:r>
            <a:r>
              <a:rPr b="0" i="1" lang="en" sz="1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A. Harrow and A. Lowe</a:t>
            </a:r>
            <a:r>
              <a:rPr b="0" lang="en" sz="1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 in ArXiv December 17, 2024.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eeeeee"/>
                </a:solidFill>
                <a:uFillTx/>
                <a:latin typeface="Times New Roman"/>
                <a:ea typeface="Times New Roman"/>
              </a:rPr>
              <a:t>[3] https://en.wikipedia.org/wiki/Hadamard_test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60" name="Google Shape;207;p 1"/>
          <p:cNvCxnSpPr/>
          <p:nvPr/>
        </p:nvCxnSpPr>
        <p:spPr>
          <a:xfrm>
            <a:off x="204480" y="721440"/>
            <a:ext cx="8744400" cy="97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461" name="PlaceHolder 3"/>
          <p:cNvSpPr>
            <a:spLocks noGrp="1"/>
          </p:cNvSpPr>
          <p:nvPr>
            <p:ph type="sldNum" idx="100"/>
          </p:nvPr>
        </p:nvSpPr>
        <p:spPr>
          <a:xfrm>
            <a:off x="8472600" y="4637160"/>
            <a:ext cx="53928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D33EAD-12FA-4680-BBA8-147584F32BA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</TotalTime>
  <Application>LibreOffice/24.8.2.1$MacOSX_AARCH64 LibreOffice_project/0f794b6e29741098670a3b95d60478a65d05ef13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2026-03-27T14:19:57Z</dcterms:modified>
  <cp:revision>66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