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55.xml" ContentType="application/vnd.openxmlformats-officedocument.theme+xml"/>
  <Override PartName="/ppt/theme/theme28.xml" ContentType="application/vnd.openxmlformats-officedocument.theme+xml"/>
  <Override PartName="/ppt/theme/theme2.xml" ContentType="application/vnd.openxmlformats-officedocument.theme+xml"/>
  <Override PartName="/ppt/theme/theme56.xml" ContentType="application/vnd.openxmlformats-officedocument.theme+xml"/>
  <Override PartName="/ppt/theme/theme29.xml" ContentType="application/vnd.openxmlformats-officedocument.theme+xml"/>
  <Override PartName="/ppt/theme/theme17.xml" ContentType="application/vnd.openxmlformats-officedocument.theme+xml"/>
  <Override PartName="/ppt/theme/theme6.xml" ContentType="application/vnd.openxmlformats-officedocument.theme+xml"/>
  <Override PartName="/ppt/theme/theme13.xml" ContentType="application/vnd.openxmlformats-officedocument.theme+xml"/>
  <Override PartName="/ppt/theme/theme18.xml" ContentType="application/vnd.openxmlformats-officedocument.theme+xml"/>
  <Override PartName="/ppt/theme/theme7.xml" ContentType="application/vnd.openxmlformats-officedocument.theme+xml"/>
  <Override PartName="/ppt/theme/theme14.xml" ContentType="application/vnd.openxmlformats-officedocument.theme+xml"/>
  <Override PartName="/ppt/theme/theme19.xml" ContentType="application/vnd.openxmlformats-officedocument.theme+xml"/>
  <Override PartName="/ppt/theme/theme10.xml" ContentType="application/vnd.openxmlformats-officedocument.theme+xml"/>
  <Override PartName="/ppt/theme/theme69.xml" ContentType="application/vnd.openxmlformats-officedocument.theme+xml"/>
  <Override PartName="/ppt/theme/theme3.xml" ContentType="application/vnd.openxmlformats-officedocument.theme+xml"/>
  <Override PartName="/ppt/theme/theme57.xml" ContentType="application/vnd.openxmlformats-officedocument.theme+xml"/>
  <Override PartName="/ppt/theme/theme8.xml" ContentType="application/vnd.openxmlformats-officedocument.theme+xml"/>
  <Override PartName="/ppt/theme/theme15.xml" ContentType="application/vnd.openxmlformats-officedocument.theme+xml"/>
  <Override PartName="/ppt/theme/theme11.xml" ContentType="application/vnd.openxmlformats-officedocument.theme+xml"/>
  <Override PartName="/ppt/theme/theme4.xml" ContentType="application/vnd.openxmlformats-officedocument.theme+xml"/>
  <Override PartName="/ppt/theme/theme58.xml" ContentType="application/vnd.openxmlformats-officedocument.theme+xml"/>
  <Override PartName="/ppt/theme/theme9.xml" ContentType="application/vnd.openxmlformats-officedocument.theme+xml"/>
  <Override PartName="/ppt/theme/theme16.xml" ContentType="application/vnd.openxmlformats-officedocument.theme+xml"/>
  <Override PartName="/ppt/theme/theme12.xml" ContentType="application/vnd.openxmlformats-officedocument.theme+xml"/>
  <Override PartName="/ppt/theme/theme5.xml" ContentType="application/vnd.openxmlformats-officedocument.theme+xml"/>
  <Override PartName="/ppt/theme/theme59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0.xml" ContentType="application/vnd.openxmlformats-officedocument.theme+xml"/>
  <Override PartName="/ppt/theme/theme51.xml" ContentType="application/vnd.openxmlformats-officedocument.theme+xml"/>
  <Override PartName="/ppt/theme/theme52.xml" ContentType="application/vnd.openxmlformats-officedocument.theme+xml"/>
  <Override PartName="/ppt/theme/theme53.xml" ContentType="application/vnd.openxmlformats-officedocument.theme+xml"/>
  <Override PartName="/ppt/theme/theme54.xml" ContentType="application/vnd.openxmlformats-officedocument.theme+xml"/>
  <Override PartName="/ppt/theme/theme27.xml" ContentType="application/vnd.openxmlformats-officedocument.theme+xml"/>
  <Override PartName="/ppt/theme/theme60.xml" ContentType="application/vnd.openxmlformats-officedocument.theme+xml"/>
  <Override PartName="/ppt/theme/theme46.xml" ContentType="application/vnd.openxmlformats-officedocument.theme+xml"/>
  <Override PartName="/ppt/theme/theme61.xml" ContentType="application/vnd.openxmlformats-officedocument.theme+xml"/>
  <Override PartName="/ppt/theme/theme47.xml" ContentType="application/vnd.openxmlformats-officedocument.theme+xml"/>
  <Override PartName="/ppt/theme/theme62.xml" ContentType="application/vnd.openxmlformats-officedocument.theme+xml"/>
  <Override PartName="/ppt/theme/theme48.xml" ContentType="application/vnd.openxmlformats-officedocument.theme+xml"/>
  <Override PartName="/ppt/theme/theme63.xml" ContentType="application/vnd.openxmlformats-officedocument.theme+xml"/>
  <Override PartName="/ppt/theme/theme49.xml" ContentType="application/vnd.openxmlformats-officedocument.theme+xml"/>
  <Override PartName="/ppt/theme/theme64.xml" ContentType="application/vnd.openxmlformats-officedocument.theme+xml"/>
  <Override PartName="/ppt/theme/theme37.xml" ContentType="application/vnd.openxmlformats-officedocument.theme+xml"/>
  <Override PartName="/ppt/theme/theme70.xml" ContentType="application/vnd.openxmlformats-officedocument.theme+xml"/>
  <Override PartName="/ppt/theme/theme65.xml" ContentType="application/vnd.openxmlformats-officedocument.theme+xml"/>
  <Override PartName="/ppt/theme/theme38.xml" ContentType="application/vnd.openxmlformats-officedocument.theme+xml"/>
  <Override PartName="/ppt/theme/theme71.xml" ContentType="application/vnd.openxmlformats-officedocument.theme+xml"/>
  <Override PartName="/ppt/theme/theme66.xml" ContentType="application/vnd.openxmlformats-officedocument.theme+xml"/>
  <Override PartName="/ppt/theme/theme39.xml" ContentType="application/vnd.openxmlformats-officedocument.theme+xml"/>
  <Override PartName="/ppt/theme/theme72.xml" ContentType="application/vnd.openxmlformats-officedocument.theme+xml"/>
  <Override PartName="/ppt/theme/theme67.xml" ContentType="application/vnd.openxmlformats-officedocument.theme+xml"/>
  <Override PartName="/ppt/theme/theme20.xml" ContentType="application/vnd.openxmlformats-officedocument.theme+xml"/>
  <Override PartName="/ppt/theme/theme73.xml" ContentType="application/vnd.openxmlformats-officedocument.theme+xml"/>
  <Override PartName="/ppt/theme/theme68.xml" ContentType="application/vnd.openxmlformats-officedocument.theme+xml"/>
  <Override PartName="/ppt/theme/theme21.xml" ContentType="application/vnd.openxmlformats-officedocument.theme+xml"/>
  <Override PartName="/ppt/theme/theme74.xml" ContentType="application/vnd.openxmlformats-officedocument.them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Masters/_rels/slideMaster73.xml.rels" ContentType="application/vnd.openxmlformats-package.relationships+xml"/>
  <Override PartName="/ppt/slideMasters/_rels/slideMaster58.xml.rels" ContentType="application/vnd.openxmlformats-package.relationships+xml"/>
  <Override PartName="/ppt/slideMasters/_rels/slideMaster67.xml.rels" ContentType="application/vnd.openxmlformats-package.relationships+xml"/>
  <Override PartName="/ppt/slideMasters/_rels/slideMaster72.xml.rels" ContentType="application/vnd.openxmlformats-package.relationships+xml"/>
  <Override PartName="/ppt/slideMasters/_rels/slideMaster57.xml.rels" ContentType="application/vnd.openxmlformats-package.relationships+xml"/>
  <Override PartName="/ppt/slideMasters/_rels/slideMaster66.xml.rels" ContentType="application/vnd.openxmlformats-package.relationships+xml"/>
  <Override PartName="/ppt/slideMasters/_rels/slideMaster71.xml.rels" ContentType="application/vnd.openxmlformats-package.relationships+xml"/>
  <Override PartName="/ppt/slideMasters/_rels/slideMaster56.xml.rels" ContentType="application/vnd.openxmlformats-package.relationships+xml"/>
  <Override PartName="/ppt/slideMasters/_rels/slideMaster65.xml.rels" ContentType="application/vnd.openxmlformats-package.relationships+xml"/>
  <Override PartName="/ppt/slideMasters/_rels/slideMaster68.xml.rels" ContentType="application/vnd.openxmlformats-package.relationships+xml"/>
  <Override PartName="/ppt/slideMasters/_rels/slideMaster70.xml.rels" ContentType="application/vnd.openxmlformats-package.relationships+xml"/>
  <Override PartName="/ppt/slideMasters/_rels/slideMaster55.xml.rels" ContentType="application/vnd.openxmlformats-package.relationships+xml"/>
  <Override PartName="/ppt/slideMasters/_rels/slideMaster64.xml.rels" ContentType="application/vnd.openxmlformats-package.relationships+xml"/>
  <Override PartName="/ppt/slideMasters/_rels/slideMaster63.xml.rels" ContentType="application/vnd.openxmlformats-package.relationships+xml"/>
  <Override PartName="/ppt/slideMasters/_rels/slideMaster62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61.xml.rels" ContentType="application/vnd.openxmlformats-package.relationships+xml"/>
  <Override PartName="/ppt/slideMasters/_rels/slideMaster60.xml.rels" ContentType="application/vnd.openxmlformats-package.relationships+xml"/>
  <Override PartName="/ppt/slideMasters/_rels/slideMaster59.xml.rels" ContentType="application/vnd.openxmlformats-package.relationships+xml"/>
  <Override PartName="/ppt/slideMasters/_rels/slideMaster54.xml.rels" ContentType="application/vnd.openxmlformats-package.relationships+xml"/>
  <Override PartName="/ppt/slideMasters/_rels/slideMaster53.xml.rels" ContentType="application/vnd.openxmlformats-package.relationships+xml"/>
  <Override PartName="/ppt/slideMasters/_rels/slideMaster52.xml.rels" ContentType="application/vnd.openxmlformats-package.relationships+xml"/>
  <Override PartName="/ppt/slideMasters/_rels/slideMaster51.xml.rels" ContentType="application/vnd.openxmlformats-package.relationships+xml"/>
  <Override PartName="/ppt/slideMasters/_rels/slideMaster50.xml.rels" ContentType="application/vnd.openxmlformats-package.relationships+xml"/>
  <Override PartName="/ppt/slideMasters/_rels/slideMaster49.xml.rels" ContentType="application/vnd.openxmlformats-package.relationships+xml"/>
  <Override PartName="/ppt/slideMasters/_rels/slideMaster48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4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6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47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44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7.xml.rels" ContentType="application/vnd.openxmlformats-package.relationships+xml"/>
  <Override PartName="/ppt/slideMasters/slideMaster37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71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72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73.xml" ContentType="application/vnd.openxmlformats-officedocument.presentationml.slideMaster+xml"/>
  <Override PartName="/ppt/_rels/presentation.xml.rels" ContentType="application/vnd.openxmlformats-package.relationships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_rels/slideLayout77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4.xml.rels" ContentType="application/vnd.openxmlformats-package.relationships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5.jpeg" ContentType="image/jpeg"/>
  <Override PartName="/ppt/media/image4.png" ContentType="image/png"/>
  <Override PartName="/ppt/media/image6.jpeg" ContentType="image/jpeg"/>
  <Override PartName="/ppt/media/image7.png" ContentType="image/png"/>
  <Override PartName="/ppt/slides/_rels/slide42.xml.rels" ContentType="application/vnd.openxmlformats-package.relationships+xml"/>
  <Override PartName="/ppt/slides/_rels/slide27.xml.rels" ContentType="application/vnd.openxmlformats-package.relationships+xml"/>
  <Override PartName="/ppt/slides/_rels/slide36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_rels/slide26.xml.rels" ContentType="application/vnd.openxmlformats-package.relationships+xml"/>
  <Override PartName="/ppt/slides/_rels/slide35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25.xml.rels" ContentType="application/vnd.openxmlformats-package.relationships+xml"/>
  <Override PartName="/ppt/slides/_rels/slide34.xml.rels" ContentType="application/vnd.openxmlformats-package.relationships+xml"/>
  <Override PartName="/ppt/slides/_rels/slide9.xml.rels" ContentType="application/vnd.openxmlformats-package.relationships+xml"/>
  <Override PartName="/ppt/slides/_rels/slide37.xml.rels" ContentType="application/vnd.openxmlformats-package.relationships+xml"/>
  <Override PartName="/ppt/slides/_rels/slide1.xml.rels" ContentType="application/vnd.openxmlformats-package.relationships+xml"/>
  <Override PartName="/ppt/slides/_rels/slide33.xml.rels" ContentType="application/vnd.openxmlformats-package.relationships+xml"/>
  <Override PartName="/ppt/slides/_rels/slide8.xml.rels" ContentType="application/vnd.openxmlformats-package.relationships+xml"/>
  <Override PartName="/ppt/slides/_rels/slide32.xml.rels" ContentType="application/vnd.openxmlformats-package.relationships+xml"/>
  <Override PartName="/ppt/slides/_rels/slide7.xml.rels" ContentType="application/vnd.openxmlformats-package.relationships+xml"/>
  <Override PartName="/ppt/slides/_rels/slide28.xml.rels" ContentType="application/vnd.openxmlformats-package.relationships+xml"/>
  <Override PartName="/ppt/slides/_rels/slide24.xml.rels" ContentType="application/vnd.openxmlformats-package.relationships+xml"/>
  <Override PartName="/ppt/slides/_rels/slide31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30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29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7.xml" ContentType="application/vnd.openxmlformats-officedocument.presentationml.slide+xml"/>
  <Override PartName="/ppt/slides/slide34.xml" ContentType="application/vnd.openxmlformats-officedocument.presentationml.slide+xml"/>
  <Override PartName="/ppt/slides/slide25.xml" ContentType="application/vnd.openxmlformats-officedocument.presentationml.slide+xml"/>
  <Override PartName="/ppt/slides/slide40.xml" ContentType="application/vnd.openxmlformats-officedocument.presentationml.slide+xml"/>
  <Override PartName="/ppt/slides/slide38.xml" ContentType="application/vnd.openxmlformats-officedocument.presentationml.slide+xml"/>
  <Override PartName="/ppt/slides/slide35.xml" ContentType="application/vnd.openxmlformats-officedocument.presentationml.slide+xml"/>
  <Override PartName="/ppt/slides/slide26.xml" ContentType="application/vnd.openxmlformats-officedocument.presentationml.slide+xml"/>
  <Override PartName="/ppt/slides/slide41.xml" ContentType="application/vnd.openxmlformats-officedocument.presentationml.slide+xml"/>
  <Override PartName="/ppt/slides/slide39.xml" ContentType="application/vnd.openxmlformats-officedocument.presentationml.slide+xml"/>
  <Override PartName="/ppt/slides/slide36.xml" ContentType="application/vnd.openxmlformats-officedocument.presentationml.slide+xml"/>
  <Override PartName="/ppt/slides/slide27.xml" ContentType="application/vnd.openxmlformats-officedocument.presentationml.slide+xml"/>
  <Override PartName="/ppt/slides/slide4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_rels/notesSlide40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36.xml.rels" ContentType="application/vnd.openxmlformats-package.relationships+xml"/>
  <Override PartName="/ppt/notesSlides/_rels/notesSlide42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41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38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39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37.xml.rels" ContentType="application/vnd.openxmlformats-package.relationships+xml"/>
  <Override PartName="/ppt/notesSlides/notesSlide32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  <p:sldMasterId id="2147483724" r:id="rId40"/>
    <p:sldMasterId id="2147483726" r:id="rId41"/>
    <p:sldMasterId id="2147483728" r:id="rId42"/>
    <p:sldMasterId id="2147483730" r:id="rId43"/>
    <p:sldMasterId id="2147483732" r:id="rId44"/>
    <p:sldMasterId id="2147483734" r:id="rId45"/>
    <p:sldMasterId id="2147483736" r:id="rId46"/>
    <p:sldMasterId id="2147483738" r:id="rId47"/>
    <p:sldMasterId id="2147483740" r:id="rId48"/>
    <p:sldMasterId id="2147483742" r:id="rId49"/>
    <p:sldMasterId id="2147483744" r:id="rId50"/>
    <p:sldMasterId id="2147483746" r:id="rId51"/>
    <p:sldMasterId id="2147483748" r:id="rId52"/>
    <p:sldMasterId id="2147483750" r:id="rId53"/>
    <p:sldMasterId id="2147483752" r:id="rId54"/>
    <p:sldMasterId id="2147483754" r:id="rId55"/>
    <p:sldMasterId id="2147483756" r:id="rId56"/>
    <p:sldMasterId id="2147483758" r:id="rId57"/>
    <p:sldMasterId id="2147483760" r:id="rId58"/>
    <p:sldMasterId id="2147483762" r:id="rId59"/>
    <p:sldMasterId id="2147483764" r:id="rId60"/>
    <p:sldMasterId id="2147483766" r:id="rId61"/>
    <p:sldMasterId id="2147483768" r:id="rId62"/>
    <p:sldMasterId id="2147483770" r:id="rId63"/>
    <p:sldMasterId id="2147483772" r:id="rId64"/>
    <p:sldMasterId id="2147483774" r:id="rId65"/>
    <p:sldMasterId id="2147483780" r:id="rId66"/>
    <p:sldMasterId id="2147483782" r:id="rId67"/>
    <p:sldMasterId id="2147483784" r:id="rId68"/>
    <p:sldMasterId id="2147483786" r:id="rId69"/>
    <p:sldMasterId id="2147483788" r:id="rId70"/>
    <p:sldMasterId id="2147483790" r:id="rId71"/>
    <p:sldMasterId id="2147483792" r:id="rId72"/>
    <p:sldMasterId id="2147483794" r:id="rId73"/>
    <p:sldMasterId id="2147483796" r:id="rId74"/>
  </p:sldMasterIdLst>
  <p:notesMasterIdLst>
    <p:notesMasterId r:id="rId75"/>
  </p:notesMasterIdLst>
  <p:sldIdLst>
    <p:sldId id="256" r:id="rId76"/>
    <p:sldId id="257" r:id="rId77"/>
    <p:sldId id="258" r:id="rId78"/>
    <p:sldId id="259" r:id="rId79"/>
    <p:sldId id="260" r:id="rId80"/>
    <p:sldId id="261" r:id="rId81"/>
    <p:sldId id="262" r:id="rId82"/>
    <p:sldId id="263" r:id="rId83"/>
    <p:sldId id="264" r:id="rId84"/>
    <p:sldId id="265" r:id="rId85"/>
    <p:sldId id="266" r:id="rId86"/>
    <p:sldId id="267" r:id="rId87"/>
    <p:sldId id="268" r:id="rId88"/>
    <p:sldId id="269" r:id="rId89"/>
    <p:sldId id="270" r:id="rId90"/>
    <p:sldId id="271" r:id="rId91"/>
    <p:sldId id="272" r:id="rId92"/>
    <p:sldId id="273" r:id="rId93"/>
    <p:sldId id="274" r:id="rId94"/>
    <p:sldId id="275" r:id="rId95"/>
    <p:sldId id="276" r:id="rId96"/>
    <p:sldId id="277" r:id="rId97"/>
    <p:sldId id="278" r:id="rId98"/>
    <p:sldId id="279" r:id="rId99"/>
    <p:sldId id="280" r:id="rId100"/>
    <p:sldId id="281" r:id="rId101"/>
    <p:sldId id="282" r:id="rId102"/>
    <p:sldId id="283" r:id="rId103"/>
    <p:sldId id="284" r:id="rId104"/>
    <p:sldId id="285" r:id="rId105"/>
    <p:sldId id="286" r:id="rId106"/>
    <p:sldId id="287" r:id="rId107"/>
    <p:sldId id="288" r:id="rId108"/>
    <p:sldId id="289" r:id="rId109"/>
    <p:sldId id="290" r:id="rId110"/>
    <p:sldId id="291" r:id="rId111"/>
    <p:sldId id="292" r:id="rId112"/>
    <p:sldId id="293" r:id="rId113"/>
    <p:sldId id="294" r:id="rId114"/>
    <p:sldId id="295" r:id="rId115"/>
    <p:sldId id="296" r:id="rId116"/>
    <p:sldId id="297" r:id="rId117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Master" Target="slideMasters/slideMaster44.xml"/><Relationship Id="rId46" Type="http://schemas.openxmlformats.org/officeDocument/2006/relationships/slideMaster" Target="slideMasters/slideMaster45.xml"/><Relationship Id="rId47" Type="http://schemas.openxmlformats.org/officeDocument/2006/relationships/slideMaster" Target="slideMasters/slideMaster46.xml"/><Relationship Id="rId48" Type="http://schemas.openxmlformats.org/officeDocument/2006/relationships/slideMaster" Target="slideMasters/slideMaster47.xml"/><Relationship Id="rId49" Type="http://schemas.openxmlformats.org/officeDocument/2006/relationships/slideMaster" Target="slideMasters/slideMaster48.xml"/><Relationship Id="rId50" Type="http://schemas.openxmlformats.org/officeDocument/2006/relationships/slideMaster" Target="slideMasters/slideMaster49.xml"/><Relationship Id="rId51" Type="http://schemas.openxmlformats.org/officeDocument/2006/relationships/slideMaster" Target="slideMasters/slideMaster50.xml"/><Relationship Id="rId52" Type="http://schemas.openxmlformats.org/officeDocument/2006/relationships/slideMaster" Target="slideMasters/slideMaster51.xml"/><Relationship Id="rId53" Type="http://schemas.openxmlformats.org/officeDocument/2006/relationships/slideMaster" Target="slideMasters/slideMaster52.xml"/><Relationship Id="rId54" Type="http://schemas.openxmlformats.org/officeDocument/2006/relationships/slideMaster" Target="slideMasters/slideMaster53.xml"/><Relationship Id="rId55" Type="http://schemas.openxmlformats.org/officeDocument/2006/relationships/slideMaster" Target="slideMasters/slideMaster54.xml"/><Relationship Id="rId56" Type="http://schemas.openxmlformats.org/officeDocument/2006/relationships/slideMaster" Target="slideMasters/slideMaster55.xml"/><Relationship Id="rId57" Type="http://schemas.openxmlformats.org/officeDocument/2006/relationships/slideMaster" Target="slideMasters/slideMaster56.xml"/><Relationship Id="rId58" Type="http://schemas.openxmlformats.org/officeDocument/2006/relationships/slideMaster" Target="slideMasters/slideMaster57.xml"/><Relationship Id="rId59" Type="http://schemas.openxmlformats.org/officeDocument/2006/relationships/slideMaster" Target="slideMasters/slideMaster58.xml"/><Relationship Id="rId60" Type="http://schemas.openxmlformats.org/officeDocument/2006/relationships/slideMaster" Target="slideMasters/slideMaster59.xml"/><Relationship Id="rId61" Type="http://schemas.openxmlformats.org/officeDocument/2006/relationships/slideMaster" Target="slideMasters/slideMaster60.xml"/><Relationship Id="rId62" Type="http://schemas.openxmlformats.org/officeDocument/2006/relationships/slideMaster" Target="slideMasters/slideMaster61.xml"/><Relationship Id="rId63" Type="http://schemas.openxmlformats.org/officeDocument/2006/relationships/slideMaster" Target="slideMasters/slideMaster62.xml"/><Relationship Id="rId64" Type="http://schemas.openxmlformats.org/officeDocument/2006/relationships/slideMaster" Target="slideMasters/slideMaster63.xml"/><Relationship Id="rId65" Type="http://schemas.openxmlformats.org/officeDocument/2006/relationships/slideMaster" Target="slideMasters/slideMaster64.xml"/><Relationship Id="rId66" Type="http://schemas.openxmlformats.org/officeDocument/2006/relationships/slideMaster" Target="slideMasters/slideMaster65.xml"/><Relationship Id="rId67" Type="http://schemas.openxmlformats.org/officeDocument/2006/relationships/slideMaster" Target="slideMasters/slideMaster66.xml"/><Relationship Id="rId68" Type="http://schemas.openxmlformats.org/officeDocument/2006/relationships/slideMaster" Target="slideMasters/slideMaster67.xml"/><Relationship Id="rId69" Type="http://schemas.openxmlformats.org/officeDocument/2006/relationships/slideMaster" Target="slideMasters/slideMaster68.xml"/><Relationship Id="rId70" Type="http://schemas.openxmlformats.org/officeDocument/2006/relationships/slideMaster" Target="slideMasters/slideMaster69.xml"/><Relationship Id="rId71" Type="http://schemas.openxmlformats.org/officeDocument/2006/relationships/slideMaster" Target="slideMasters/slideMaster70.xml"/><Relationship Id="rId72" Type="http://schemas.openxmlformats.org/officeDocument/2006/relationships/slideMaster" Target="slideMasters/slideMaster71.xml"/><Relationship Id="rId73" Type="http://schemas.openxmlformats.org/officeDocument/2006/relationships/slideMaster" Target="slideMasters/slideMaster72.xml"/><Relationship Id="rId74" Type="http://schemas.openxmlformats.org/officeDocument/2006/relationships/slideMaster" Target="slideMasters/slideMaster73.xml"/><Relationship Id="rId75" Type="http://schemas.openxmlformats.org/officeDocument/2006/relationships/notesMaster" Target="notesMasters/notesMaster1.xml"/><Relationship Id="rId76" Type="http://schemas.openxmlformats.org/officeDocument/2006/relationships/slide" Target="slides/slide1.xml"/><Relationship Id="rId77" Type="http://schemas.openxmlformats.org/officeDocument/2006/relationships/slide" Target="slides/slide2.xml"/><Relationship Id="rId78" Type="http://schemas.openxmlformats.org/officeDocument/2006/relationships/slide" Target="slides/slide3.xml"/><Relationship Id="rId79" Type="http://schemas.openxmlformats.org/officeDocument/2006/relationships/slide" Target="slides/slide4.xml"/><Relationship Id="rId80" Type="http://schemas.openxmlformats.org/officeDocument/2006/relationships/slide" Target="slides/slide5.xml"/><Relationship Id="rId81" Type="http://schemas.openxmlformats.org/officeDocument/2006/relationships/slide" Target="slides/slide6.xml"/><Relationship Id="rId82" Type="http://schemas.openxmlformats.org/officeDocument/2006/relationships/slide" Target="slides/slide7.xml"/><Relationship Id="rId83" Type="http://schemas.openxmlformats.org/officeDocument/2006/relationships/slide" Target="slides/slide8.xml"/><Relationship Id="rId84" Type="http://schemas.openxmlformats.org/officeDocument/2006/relationships/slide" Target="slides/slide9.xml"/><Relationship Id="rId85" Type="http://schemas.openxmlformats.org/officeDocument/2006/relationships/slide" Target="slides/slide10.xml"/><Relationship Id="rId86" Type="http://schemas.openxmlformats.org/officeDocument/2006/relationships/slide" Target="slides/slide11.xml"/><Relationship Id="rId87" Type="http://schemas.openxmlformats.org/officeDocument/2006/relationships/slide" Target="slides/slide12.xml"/><Relationship Id="rId88" Type="http://schemas.openxmlformats.org/officeDocument/2006/relationships/slide" Target="slides/slide13.xml"/><Relationship Id="rId89" Type="http://schemas.openxmlformats.org/officeDocument/2006/relationships/slide" Target="slides/slide14.xml"/><Relationship Id="rId90" Type="http://schemas.openxmlformats.org/officeDocument/2006/relationships/slide" Target="slides/slide15.xml"/><Relationship Id="rId91" Type="http://schemas.openxmlformats.org/officeDocument/2006/relationships/slide" Target="slides/slide16.xml"/><Relationship Id="rId92" Type="http://schemas.openxmlformats.org/officeDocument/2006/relationships/slide" Target="slides/slide17.xml"/><Relationship Id="rId93" Type="http://schemas.openxmlformats.org/officeDocument/2006/relationships/slide" Target="slides/slide18.xml"/><Relationship Id="rId94" Type="http://schemas.openxmlformats.org/officeDocument/2006/relationships/slide" Target="slides/slide19.xml"/><Relationship Id="rId95" Type="http://schemas.openxmlformats.org/officeDocument/2006/relationships/slide" Target="slides/slide20.xml"/><Relationship Id="rId96" Type="http://schemas.openxmlformats.org/officeDocument/2006/relationships/slide" Target="slides/slide21.xml"/><Relationship Id="rId97" Type="http://schemas.openxmlformats.org/officeDocument/2006/relationships/slide" Target="slides/slide22.xml"/><Relationship Id="rId98" Type="http://schemas.openxmlformats.org/officeDocument/2006/relationships/slide" Target="slides/slide23.xml"/><Relationship Id="rId99" Type="http://schemas.openxmlformats.org/officeDocument/2006/relationships/slide" Target="slides/slide24.xml"/><Relationship Id="rId100" Type="http://schemas.openxmlformats.org/officeDocument/2006/relationships/slide" Target="slides/slide25.xml"/><Relationship Id="rId101" Type="http://schemas.openxmlformats.org/officeDocument/2006/relationships/slide" Target="slides/slide26.xml"/><Relationship Id="rId102" Type="http://schemas.openxmlformats.org/officeDocument/2006/relationships/slide" Target="slides/slide27.xml"/><Relationship Id="rId103" Type="http://schemas.openxmlformats.org/officeDocument/2006/relationships/slide" Target="slides/slide28.xml"/><Relationship Id="rId104" Type="http://schemas.openxmlformats.org/officeDocument/2006/relationships/slide" Target="slides/slide29.xml"/><Relationship Id="rId105" Type="http://schemas.openxmlformats.org/officeDocument/2006/relationships/slide" Target="slides/slide30.xml"/><Relationship Id="rId106" Type="http://schemas.openxmlformats.org/officeDocument/2006/relationships/slide" Target="slides/slide31.xml"/><Relationship Id="rId107" Type="http://schemas.openxmlformats.org/officeDocument/2006/relationships/slide" Target="slides/slide32.xml"/><Relationship Id="rId108" Type="http://schemas.openxmlformats.org/officeDocument/2006/relationships/slide" Target="slides/slide33.xml"/><Relationship Id="rId109" Type="http://schemas.openxmlformats.org/officeDocument/2006/relationships/slide" Target="slides/slide34.xml"/><Relationship Id="rId110" Type="http://schemas.openxmlformats.org/officeDocument/2006/relationships/slide" Target="slides/slide35.xml"/><Relationship Id="rId111" Type="http://schemas.openxmlformats.org/officeDocument/2006/relationships/slide" Target="slides/slide36.xml"/><Relationship Id="rId112" Type="http://schemas.openxmlformats.org/officeDocument/2006/relationships/slide" Target="slides/slide37.xml"/><Relationship Id="rId113" Type="http://schemas.openxmlformats.org/officeDocument/2006/relationships/slide" Target="slides/slide38.xml"/><Relationship Id="rId114" Type="http://schemas.openxmlformats.org/officeDocument/2006/relationships/slide" Target="slides/slide39.xml"/><Relationship Id="rId115" Type="http://schemas.openxmlformats.org/officeDocument/2006/relationships/slide" Target="slides/slide40.xml"/><Relationship Id="rId116" Type="http://schemas.openxmlformats.org/officeDocument/2006/relationships/slide" Target="slides/slide41.xml"/><Relationship Id="rId117" Type="http://schemas.openxmlformats.org/officeDocument/2006/relationships/slide" Target="slides/slide42.xml"/><Relationship Id="rId1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7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2" name="PlaceHolder 4"/>
          <p:cNvSpPr>
            <a:spLocks noGrp="1"/>
          </p:cNvSpPr>
          <p:nvPr>
            <p:ph type="dt" idx="7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3" name="PlaceHolder 5"/>
          <p:cNvSpPr>
            <a:spLocks noGrp="1"/>
          </p:cNvSpPr>
          <p:nvPr>
            <p:ph type="ftr" idx="7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4" name="PlaceHolder 6"/>
          <p:cNvSpPr>
            <a:spLocks noGrp="1"/>
          </p:cNvSpPr>
          <p:nvPr>
            <p:ph type="sldNum" idx="7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085CC51-0629-495B-95B2-9C016939C504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640" cy="3070080"/>
          </a:xfrm>
          <a:prstGeom prst="rect">
            <a:avLst/>
          </a:prstGeom>
          <a:ln w="0">
            <a:noFill/>
          </a:ln>
        </p:spPr>
      </p:sp>
      <p:sp>
        <p:nvSpPr>
          <p:cNvPr id="9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200" cy="358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5" name="PlaceHolder 3"/>
          <p:cNvSpPr>
            <a:spLocks noGrp="1"/>
          </p:cNvSpPr>
          <p:nvPr>
            <p:ph type="sldNum" idx="119"/>
          </p:nvPr>
        </p:nvSpPr>
        <p:spPr>
          <a:xfrm>
            <a:off x="3884760" y="8685360"/>
            <a:ext cx="2955600" cy="44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E6A7204-50AA-46BD-98B6-7F23AE7C47DD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42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640" cy="3070080"/>
          </a:xfrm>
          <a:prstGeom prst="rect">
            <a:avLst/>
          </a:prstGeom>
          <a:ln w="0">
            <a:noFill/>
          </a:ln>
        </p:spPr>
      </p:sp>
      <p:sp>
        <p:nvSpPr>
          <p:cNvPr id="9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200" cy="358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8" name="PlaceHolder 3"/>
          <p:cNvSpPr>
            <a:spLocks noGrp="1"/>
          </p:cNvSpPr>
          <p:nvPr>
            <p:ph type="sldNum" idx="120"/>
          </p:nvPr>
        </p:nvSpPr>
        <p:spPr>
          <a:xfrm>
            <a:off x="3884760" y="8685360"/>
            <a:ext cx="2955600" cy="44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36729A7-E2D7-4FAC-A32C-B9B02418B41A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42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640" cy="3070080"/>
          </a:xfrm>
          <a:prstGeom prst="rect">
            <a:avLst/>
          </a:prstGeom>
          <a:ln w="0">
            <a:noFill/>
          </a:ln>
        </p:spPr>
      </p:sp>
      <p:sp>
        <p:nvSpPr>
          <p:cNvPr id="10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200" cy="358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1" name="PlaceHolder 3"/>
          <p:cNvSpPr>
            <a:spLocks noGrp="1"/>
          </p:cNvSpPr>
          <p:nvPr>
            <p:ph type="sldNum" idx="121"/>
          </p:nvPr>
        </p:nvSpPr>
        <p:spPr>
          <a:xfrm>
            <a:off x="3884760" y="8685360"/>
            <a:ext cx="2955600" cy="44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42C8338-F8C4-4E97-B76C-923486561FBD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42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640" cy="3070080"/>
          </a:xfrm>
          <a:prstGeom prst="rect">
            <a:avLst/>
          </a:prstGeom>
          <a:ln w="0">
            <a:noFill/>
          </a:ln>
        </p:spPr>
      </p:sp>
      <p:sp>
        <p:nvSpPr>
          <p:cNvPr id="10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200" cy="358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4" name="PlaceHolder 3"/>
          <p:cNvSpPr>
            <a:spLocks noGrp="1"/>
          </p:cNvSpPr>
          <p:nvPr>
            <p:ph type="sldNum" idx="122"/>
          </p:nvPr>
        </p:nvSpPr>
        <p:spPr>
          <a:xfrm>
            <a:off x="3884760" y="8685360"/>
            <a:ext cx="2955600" cy="44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6002D75-4C0A-4287-8FD2-B9D799BAB468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42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640" cy="3070080"/>
          </a:xfrm>
          <a:prstGeom prst="rect">
            <a:avLst/>
          </a:prstGeom>
          <a:ln w="0">
            <a:noFill/>
          </a:ln>
        </p:spPr>
      </p:sp>
      <p:sp>
        <p:nvSpPr>
          <p:cNvPr id="10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200" cy="358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7" name="PlaceHolder 3"/>
          <p:cNvSpPr>
            <a:spLocks noGrp="1"/>
          </p:cNvSpPr>
          <p:nvPr>
            <p:ph type="sldNum" idx="123"/>
          </p:nvPr>
        </p:nvSpPr>
        <p:spPr>
          <a:xfrm>
            <a:off x="3884760" y="8685360"/>
            <a:ext cx="2955600" cy="44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7A8E1D1-DF0E-4074-AF3C-C0319BD1BC04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42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640" cy="3070080"/>
          </a:xfrm>
          <a:prstGeom prst="rect">
            <a:avLst/>
          </a:prstGeom>
          <a:ln w="0">
            <a:noFill/>
          </a:ln>
        </p:spPr>
      </p:sp>
      <p:sp>
        <p:nvSpPr>
          <p:cNvPr id="10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200" cy="358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0" name="PlaceHolder 3"/>
          <p:cNvSpPr>
            <a:spLocks noGrp="1"/>
          </p:cNvSpPr>
          <p:nvPr>
            <p:ph type="sldNum" idx="124"/>
          </p:nvPr>
        </p:nvSpPr>
        <p:spPr>
          <a:xfrm>
            <a:off x="3884760" y="8685360"/>
            <a:ext cx="2955600" cy="44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AC7EA8B-AAD5-4BF0-97AE-1A052ADD56EF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42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640" cy="3070080"/>
          </a:xfrm>
          <a:prstGeom prst="rect">
            <a:avLst/>
          </a:prstGeom>
          <a:ln w="0">
            <a:noFill/>
          </a:ln>
        </p:spPr>
      </p:sp>
      <p:sp>
        <p:nvSpPr>
          <p:cNvPr id="10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200" cy="358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3" name="PlaceHolder 3"/>
          <p:cNvSpPr>
            <a:spLocks noGrp="1"/>
          </p:cNvSpPr>
          <p:nvPr>
            <p:ph type="sldNum" idx="125"/>
          </p:nvPr>
        </p:nvSpPr>
        <p:spPr>
          <a:xfrm>
            <a:off x="3884760" y="8685360"/>
            <a:ext cx="2955600" cy="44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6B53C69-DC9E-4616-80BC-27C4F1EF3D1C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42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640" cy="3070080"/>
          </a:xfrm>
          <a:prstGeom prst="rect">
            <a:avLst/>
          </a:prstGeom>
          <a:ln w="0">
            <a:noFill/>
          </a:ln>
        </p:spPr>
      </p:sp>
      <p:sp>
        <p:nvSpPr>
          <p:cNvPr id="10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200" cy="358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6" name="PlaceHolder 3"/>
          <p:cNvSpPr>
            <a:spLocks noGrp="1"/>
          </p:cNvSpPr>
          <p:nvPr>
            <p:ph type="sldNum" idx="126"/>
          </p:nvPr>
        </p:nvSpPr>
        <p:spPr>
          <a:xfrm>
            <a:off x="3884760" y="8685360"/>
            <a:ext cx="2955600" cy="44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C6F5484-12DB-4679-91AE-4D3F4454D037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42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640" cy="3070080"/>
          </a:xfrm>
          <a:prstGeom prst="rect">
            <a:avLst/>
          </a:prstGeom>
          <a:ln w="0">
            <a:noFill/>
          </a:ln>
        </p:spPr>
      </p:sp>
      <p:sp>
        <p:nvSpPr>
          <p:cNvPr id="10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200" cy="358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9" name="PlaceHolder 3"/>
          <p:cNvSpPr>
            <a:spLocks noGrp="1"/>
          </p:cNvSpPr>
          <p:nvPr>
            <p:ph type="sldNum" idx="127"/>
          </p:nvPr>
        </p:nvSpPr>
        <p:spPr>
          <a:xfrm>
            <a:off x="3884760" y="8685360"/>
            <a:ext cx="2955600" cy="44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1D945BA-6C5F-4022-9F99-108F1280CB4D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640" cy="3070080"/>
          </a:xfrm>
          <a:prstGeom prst="rect">
            <a:avLst/>
          </a:prstGeom>
          <a:ln w="0">
            <a:noFill/>
          </a:ln>
        </p:spPr>
      </p:sp>
      <p:sp>
        <p:nvSpPr>
          <p:cNvPr id="10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200" cy="358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2" name="PlaceHolder 3"/>
          <p:cNvSpPr>
            <a:spLocks noGrp="1"/>
          </p:cNvSpPr>
          <p:nvPr>
            <p:ph type="sldNum" idx="128"/>
          </p:nvPr>
        </p:nvSpPr>
        <p:spPr>
          <a:xfrm>
            <a:off x="3884760" y="8685360"/>
            <a:ext cx="2955600" cy="44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C2E8194-A9F3-4409-8F08-34E5A14266AB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640" cy="3070080"/>
          </a:xfrm>
          <a:prstGeom prst="rect">
            <a:avLst/>
          </a:prstGeom>
          <a:ln w="0">
            <a:noFill/>
          </a:ln>
        </p:spPr>
      </p:sp>
      <p:sp>
        <p:nvSpPr>
          <p:cNvPr id="10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200" cy="358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5" name="PlaceHolder 3"/>
          <p:cNvSpPr>
            <a:spLocks noGrp="1"/>
          </p:cNvSpPr>
          <p:nvPr>
            <p:ph type="sldNum" idx="129"/>
          </p:nvPr>
        </p:nvSpPr>
        <p:spPr>
          <a:xfrm>
            <a:off x="3884760" y="8685360"/>
            <a:ext cx="2955600" cy="44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352FC13-4C37-44E1-9FDD-F466531BDB00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640" cy="3070080"/>
          </a:xfrm>
          <a:prstGeom prst="rect">
            <a:avLst/>
          </a:prstGeom>
          <a:ln w="0">
            <a:noFill/>
          </a:ln>
        </p:spPr>
      </p:sp>
      <p:sp>
        <p:nvSpPr>
          <p:cNvPr id="10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200" cy="358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8" name="PlaceHolder 3"/>
          <p:cNvSpPr>
            <a:spLocks noGrp="1"/>
          </p:cNvSpPr>
          <p:nvPr>
            <p:ph type="sldNum" idx="130"/>
          </p:nvPr>
        </p:nvSpPr>
        <p:spPr>
          <a:xfrm>
            <a:off x="3884760" y="8685360"/>
            <a:ext cx="2955600" cy="44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C60B4A3-140B-4A83-B886-D5497E7D0EF8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640" cy="3070080"/>
          </a:xfrm>
          <a:prstGeom prst="rect">
            <a:avLst/>
          </a:prstGeom>
          <a:ln w="0">
            <a:noFill/>
          </a:ln>
        </p:spPr>
      </p:sp>
      <p:sp>
        <p:nvSpPr>
          <p:cNvPr id="10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200" cy="358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1" name="PlaceHolder 3"/>
          <p:cNvSpPr>
            <a:spLocks noGrp="1"/>
          </p:cNvSpPr>
          <p:nvPr>
            <p:ph type="sldNum" idx="131"/>
          </p:nvPr>
        </p:nvSpPr>
        <p:spPr>
          <a:xfrm>
            <a:off x="3884760" y="8685360"/>
            <a:ext cx="2955600" cy="44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2AEC1F1-CFB4-4D22-8868-96E98F23229C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640" cy="3070080"/>
          </a:xfrm>
          <a:prstGeom prst="rect">
            <a:avLst/>
          </a:prstGeom>
          <a:ln w="0">
            <a:noFill/>
          </a:ln>
        </p:spPr>
      </p:sp>
      <p:sp>
        <p:nvSpPr>
          <p:cNvPr id="10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200" cy="358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4" name="PlaceHolder 3"/>
          <p:cNvSpPr>
            <a:spLocks noGrp="1"/>
          </p:cNvSpPr>
          <p:nvPr>
            <p:ph type="sldNum" idx="132"/>
          </p:nvPr>
        </p:nvSpPr>
        <p:spPr>
          <a:xfrm>
            <a:off x="3884760" y="8685360"/>
            <a:ext cx="2955600" cy="44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17B84A0-09F1-4928-83B7-E06CA43AB2E0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640" cy="3070080"/>
          </a:xfrm>
          <a:prstGeom prst="rect">
            <a:avLst/>
          </a:prstGeom>
          <a:ln w="0">
            <a:noFill/>
          </a:ln>
        </p:spPr>
      </p:sp>
      <p:sp>
        <p:nvSpPr>
          <p:cNvPr id="10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200" cy="358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7" name="PlaceHolder 3"/>
          <p:cNvSpPr>
            <a:spLocks noGrp="1"/>
          </p:cNvSpPr>
          <p:nvPr>
            <p:ph type="sldNum" idx="133"/>
          </p:nvPr>
        </p:nvSpPr>
        <p:spPr>
          <a:xfrm>
            <a:off x="3884760" y="8685360"/>
            <a:ext cx="2955600" cy="44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94B732D-B3A1-415D-BC94-DCE105F47E5C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640" cy="3070080"/>
          </a:xfrm>
          <a:prstGeom prst="rect">
            <a:avLst/>
          </a:prstGeom>
          <a:ln w="0">
            <a:noFill/>
          </a:ln>
        </p:spPr>
      </p:sp>
      <p:sp>
        <p:nvSpPr>
          <p:cNvPr id="10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200" cy="358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0" name="PlaceHolder 3"/>
          <p:cNvSpPr>
            <a:spLocks noGrp="1"/>
          </p:cNvSpPr>
          <p:nvPr>
            <p:ph type="sldNum" idx="134"/>
          </p:nvPr>
        </p:nvSpPr>
        <p:spPr>
          <a:xfrm>
            <a:off x="3884760" y="8685360"/>
            <a:ext cx="2955600" cy="44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EB45994-F54E-47D4-B294-CBA4D253397F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640" cy="3070080"/>
          </a:xfrm>
          <a:prstGeom prst="rect">
            <a:avLst/>
          </a:prstGeom>
          <a:ln w="0">
            <a:noFill/>
          </a:ln>
        </p:spPr>
      </p:sp>
      <p:sp>
        <p:nvSpPr>
          <p:cNvPr id="10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200" cy="358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3" name="PlaceHolder 3"/>
          <p:cNvSpPr>
            <a:spLocks noGrp="1"/>
          </p:cNvSpPr>
          <p:nvPr>
            <p:ph type="sldNum" idx="135"/>
          </p:nvPr>
        </p:nvSpPr>
        <p:spPr>
          <a:xfrm>
            <a:off x="3884760" y="8685360"/>
            <a:ext cx="2955600" cy="44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C48F00C-E325-4F96-8E03-7AF0E356C120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640" cy="3070080"/>
          </a:xfrm>
          <a:prstGeom prst="rect">
            <a:avLst/>
          </a:prstGeom>
          <a:ln w="0">
            <a:noFill/>
          </a:ln>
        </p:spPr>
      </p:sp>
      <p:sp>
        <p:nvSpPr>
          <p:cNvPr id="10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200" cy="358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6" name="PlaceHolder 3"/>
          <p:cNvSpPr>
            <a:spLocks noGrp="1"/>
          </p:cNvSpPr>
          <p:nvPr>
            <p:ph type="sldNum" idx="136"/>
          </p:nvPr>
        </p:nvSpPr>
        <p:spPr>
          <a:xfrm>
            <a:off x="3884760" y="8685360"/>
            <a:ext cx="2955600" cy="44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0004F07-1091-4453-993D-29A29BF51ABF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640" cy="3070080"/>
          </a:xfrm>
          <a:prstGeom prst="rect">
            <a:avLst/>
          </a:prstGeom>
          <a:ln w="0">
            <a:noFill/>
          </a:ln>
        </p:spPr>
      </p:sp>
      <p:sp>
        <p:nvSpPr>
          <p:cNvPr id="10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200" cy="358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9" name="PlaceHolder 3"/>
          <p:cNvSpPr>
            <a:spLocks noGrp="1"/>
          </p:cNvSpPr>
          <p:nvPr>
            <p:ph type="sldNum" idx="137"/>
          </p:nvPr>
        </p:nvSpPr>
        <p:spPr>
          <a:xfrm>
            <a:off x="3884760" y="8685360"/>
            <a:ext cx="2955600" cy="44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DDD317F-D174-497B-BEC1-D1184EC7DA71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640" cy="3070080"/>
          </a:xfrm>
          <a:prstGeom prst="rect">
            <a:avLst/>
          </a:prstGeom>
          <a:ln w="0">
            <a:noFill/>
          </a:ln>
        </p:spPr>
      </p:sp>
      <p:sp>
        <p:nvSpPr>
          <p:cNvPr id="10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200" cy="358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2" name="PlaceHolder 3"/>
          <p:cNvSpPr>
            <a:spLocks noGrp="1"/>
          </p:cNvSpPr>
          <p:nvPr>
            <p:ph type="sldNum" idx="138"/>
          </p:nvPr>
        </p:nvSpPr>
        <p:spPr>
          <a:xfrm>
            <a:off x="3884760" y="8685360"/>
            <a:ext cx="2955600" cy="44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0CC5BB-1F09-4FCF-8B59-F628F34B81D4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640" cy="3070080"/>
          </a:xfrm>
          <a:prstGeom prst="rect">
            <a:avLst/>
          </a:prstGeom>
          <a:ln w="0">
            <a:noFill/>
          </a:ln>
        </p:spPr>
      </p:sp>
      <p:sp>
        <p:nvSpPr>
          <p:cNvPr id="10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200" cy="358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5" name="PlaceHolder 3"/>
          <p:cNvSpPr>
            <a:spLocks noGrp="1"/>
          </p:cNvSpPr>
          <p:nvPr>
            <p:ph type="sldNum" idx="139"/>
          </p:nvPr>
        </p:nvSpPr>
        <p:spPr>
          <a:xfrm>
            <a:off x="3884760" y="8685360"/>
            <a:ext cx="2955600" cy="44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516173E-029A-4403-AE51-D8221227CC2C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640" cy="3070080"/>
          </a:xfrm>
          <a:prstGeom prst="rect">
            <a:avLst/>
          </a:prstGeom>
          <a:ln w="0">
            <a:noFill/>
          </a:ln>
        </p:spPr>
      </p:sp>
      <p:sp>
        <p:nvSpPr>
          <p:cNvPr id="10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200" cy="358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8" name="PlaceHolder 3"/>
          <p:cNvSpPr>
            <a:spLocks noGrp="1"/>
          </p:cNvSpPr>
          <p:nvPr>
            <p:ph type="sldNum" idx="140"/>
          </p:nvPr>
        </p:nvSpPr>
        <p:spPr>
          <a:xfrm>
            <a:off x="3884760" y="8685360"/>
            <a:ext cx="2955600" cy="44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8F77D1C-5310-4BBC-A74E-339073CC7BC6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640" cy="3070080"/>
          </a:xfrm>
          <a:prstGeom prst="rect">
            <a:avLst/>
          </a:prstGeom>
          <a:ln w="0">
            <a:noFill/>
          </a:ln>
        </p:spPr>
      </p:sp>
      <p:sp>
        <p:nvSpPr>
          <p:cNvPr id="10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200" cy="358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1" name="PlaceHolder 3"/>
          <p:cNvSpPr>
            <a:spLocks noGrp="1"/>
          </p:cNvSpPr>
          <p:nvPr>
            <p:ph type="sldNum" idx="141"/>
          </p:nvPr>
        </p:nvSpPr>
        <p:spPr>
          <a:xfrm>
            <a:off x="3884760" y="8685360"/>
            <a:ext cx="2955600" cy="44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483523A-B8C3-4832-B966-80C8EE44558D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640" cy="3070080"/>
          </a:xfrm>
          <a:prstGeom prst="rect">
            <a:avLst/>
          </a:prstGeom>
          <a:ln w="0">
            <a:noFill/>
          </a:ln>
        </p:spPr>
      </p:sp>
      <p:sp>
        <p:nvSpPr>
          <p:cNvPr id="10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200" cy="358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4" name="PlaceHolder 3"/>
          <p:cNvSpPr>
            <a:spLocks noGrp="1"/>
          </p:cNvSpPr>
          <p:nvPr>
            <p:ph type="sldNum" idx="142"/>
          </p:nvPr>
        </p:nvSpPr>
        <p:spPr>
          <a:xfrm>
            <a:off x="3884760" y="8685360"/>
            <a:ext cx="2955600" cy="44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00EC9F3-C8CB-45DC-8C8D-243C3A20A513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640" cy="3070080"/>
          </a:xfrm>
          <a:prstGeom prst="rect">
            <a:avLst/>
          </a:prstGeom>
          <a:ln w="0">
            <a:noFill/>
          </a:ln>
        </p:spPr>
      </p:sp>
      <p:sp>
        <p:nvSpPr>
          <p:cNvPr id="10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200" cy="358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7" name="PlaceHolder 3"/>
          <p:cNvSpPr>
            <a:spLocks noGrp="1"/>
          </p:cNvSpPr>
          <p:nvPr>
            <p:ph type="sldNum" idx="143"/>
          </p:nvPr>
        </p:nvSpPr>
        <p:spPr>
          <a:xfrm>
            <a:off x="3884760" y="8685360"/>
            <a:ext cx="2955600" cy="44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0174F1D-C997-48C9-BD33-2752808C6C5F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640" cy="3070080"/>
          </a:xfrm>
          <a:prstGeom prst="rect">
            <a:avLst/>
          </a:prstGeom>
          <a:ln w="0">
            <a:noFill/>
          </a:ln>
        </p:spPr>
      </p:sp>
      <p:sp>
        <p:nvSpPr>
          <p:cNvPr id="10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200" cy="358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0" name="PlaceHolder 3"/>
          <p:cNvSpPr>
            <a:spLocks noGrp="1"/>
          </p:cNvSpPr>
          <p:nvPr>
            <p:ph type="sldNum" idx="144"/>
          </p:nvPr>
        </p:nvSpPr>
        <p:spPr>
          <a:xfrm>
            <a:off x="3884760" y="8685360"/>
            <a:ext cx="2955600" cy="44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F4F6621-8068-45CF-A947-48FC2683BA07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640" cy="3070080"/>
          </a:xfrm>
          <a:prstGeom prst="rect">
            <a:avLst/>
          </a:prstGeom>
          <a:ln w="0">
            <a:noFill/>
          </a:ln>
        </p:spPr>
      </p:sp>
      <p:sp>
        <p:nvSpPr>
          <p:cNvPr id="10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200" cy="358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3" name="PlaceHolder 3"/>
          <p:cNvSpPr>
            <a:spLocks noGrp="1"/>
          </p:cNvSpPr>
          <p:nvPr>
            <p:ph type="sldNum" idx="145"/>
          </p:nvPr>
        </p:nvSpPr>
        <p:spPr>
          <a:xfrm>
            <a:off x="3884760" y="8685360"/>
            <a:ext cx="2955600" cy="44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A97701A-357B-4BE4-9BD1-94B75116D4C2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65160" cy="3063600"/>
          </a:xfrm>
          <a:prstGeom prst="rect">
            <a:avLst/>
          </a:prstGeom>
          <a:ln w="0">
            <a:noFill/>
          </a:ln>
        </p:spPr>
      </p:sp>
      <p:sp>
        <p:nvSpPr>
          <p:cNvPr id="10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3720" cy="357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6" name="PlaceHolder 3"/>
          <p:cNvSpPr>
            <a:spLocks noGrp="1"/>
          </p:cNvSpPr>
          <p:nvPr>
            <p:ph type="sldNum" idx="146"/>
          </p:nvPr>
        </p:nvSpPr>
        <p:spPr>
          <a:xfrm>
            <a:off x="3884760" y="8685360"/>
            <a:ext cx="2949120" cy="43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B83991E-2B93-4C44-9BB3-61411DCEB27B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65160" cy="3063600"/>
          </a:xfrm>
          <a:prstGeom prst="rect">
            <a:avLst/>
          </a:prstGeom>
          <a:ln w="0">
            <a:noFill/>
          </a:ln>
        </p:spPr>
      </p:sp>
      <p:sp>
        <p:nvSpPr>
          <p:cNvPr id="10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3720" cy="357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9" name="PlaceHolder 3"/>
          <p:cNvSpPr>
            <a:spLocks noGrp="1"/>
          </p:cNvSpPr>
          <p:nvPr>
            <p:ph type="sldNum" idx="147"/>
          </p:nvPr>
        </p:nvSpPr>
        <p:spPr>
          <a:xfrm>
            <a:off x="3884760" y="8685360"/>
            <a:ext cx="2949120" cy="43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A8FCCAB-EFA4-44F2-A61C-3D7EF7247BB0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65160" cy="3063600"/>
          </a:xfrm>
          <a:prstGeom prst="rect">
            <a:avLst/>
          </a:prstGeom>
          <a:ln w="0">
            <a:noFill/>
          </a:ln>
        </p:spPr>
      </p:sp>
      <p:sp>
        <p:nvSpPr>
          <p:cNvPr id="10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3720" cy="357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2" name="PlaceHolder 3"/>
          <p:cNvSpPr>
            <a:spLocks noGrp="1"/>
          </p:cNvSpPr>
          <p:nvPr>
            <p:ph type="sldNum" idx="148"/>
          </p:nvPr>
        </p:nvSpPr>
        <p:spPr>
          <a:xfrm>
            <a:off x="3884760" y="8685360"/>
            <a:ext cx="2949120" cy="43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2119F48-8636-410F-8442-BDB2B6147C4E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65160" cy="3063600"/>
          </a:xfrm>
          <a:prstGeom prst="rect">
            <a:avLst/>
          </a:prstGeom>
          <a:ln w="0">
            <a:noFill/>
          </a:ln>
        </p:spPr>
      </p:sp>
      <p:sp>
        <p:nvSpPr>
          <p:cNvPr id="10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3720" cy="357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5" name="PlaceHolder 3"/>
          <p:cNvSpPr>
            <a:spLocks noGrp="1"/>
          </p:cNvSpPr>
          <p:nvPr>
            <p:ph type="sldNum" idx="149"/>
          </p:nvPr>
        </p:nvSpPr>
        <p:spPr>
          <a:xfrm>
            <a:off x="3884760" y="8685360"/>
            <a:ext cx="2949120" cy="43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CFECB4-375D-46FE-9A6B-7DEAA3C55BED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65160" cy="3063600"/>
          </a:xfrm>
          <a:prstGeom prst="rect">
            <a:avLst/>
          </a:prstGeom>
          <a:ln w="0">
            <a:noFill/>
          </a:ln>
        </p:spPr>
      </p:sp>
      <p:sp>
        <p:nvSpPr>
          <p:cNvPr id="10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3720" cy="357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8" name="PlaceHolder 3"/>
          <p:cNvSpPr>
            <a:spLocks noGrp="1"/>
          </p:cNvSpPr>
          <p:nvPr>
            <p:ph type="sldNum" idx="150"/>
          </p:nvPr>
        </p:nvSpPr>
        <p:spPr>
          <a:xfrm>
            <a:off x="3884760" y="8685360"/>
            <a:ext cx="2949120" cy="43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6BA660A-B4D9-4955-8CDC-F3330AC34526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65160" cy="3063600"/>
          </a:xfrm>
          <a:prstGeom prst="rect">
            <a:avLst/>
          </a:prstGeom>
          <a:ln w="0">
            <a:noFill/>
          </a:ln>
        </p:spPr>
      </p:sp>
      <p:sp>
        <p:nvSpPr>
          <p:cNvPr id="10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3720" cy="357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1" name="PlaceHolder 3"/>
          <p:cNvSpPr>
            <a:spLocks noGrp="1"/>
          </p:cNvSpPr>
          <p:nvPr>
            <p:ph type="sldNum" idx="151"/>
          </p:nvPr>
        </p:nvSpPr>
        <p:spPr>
          <a:xfrm>
            <a:off x="3884760" y="8685360"/>
            <a:ext cx="2949120" cy="43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1A88B25-BDFB-459C-BB0E-C233A1A428F3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65160" cy="3063600"/>
          </a:xfrm>
          <a:prstGeom prst="rect">
            <a:avLst/>
          </a:prstGeom>
          <a:ln w="0">
            <a:noFill/>
          </a:ln>
        </p:spPr>
      </p:sp>
      <p:sp>
        <p:nvSpPr>
          <p:cNvPr id="10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3720" cy="357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4" name="PlaceHolder 3"/>
          <p:cNvSpPr>
            <a:spLocks noGrp="1"/>
          </p:cNvSpPr>
          <p:nvPr>
            <p:ph type="sldNum" idx="152"/>
          </p:nvPr>
        </p:nvSpPr>
        <p:spPr>
          <a:xfrm>
            <a:off x="3884760" y="8685360"/>
            <a:ext cx="2949120" cy="43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B80D8AA-07A2-4929-910B-13164E085BE9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65160" cy="3063600"/>
          </a:xfrm>
          <a:prstGeom prst="rect">
            <a:avLst/>
          </a:prstGeom>
          <a:ln w="0">
            <a:noFill/>
          </a:ln>
        </p:spPr>
      </p:sp>
      <p:sp>
        <p:nvSpPr>
          <p:cNvPr id="10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3720" cy="357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7" name="PlaceHolder 3"/>
          <p:cNvSpPr>
            <a:spLocks noGrp="1"/>
          </p:cNvSpPr>
          <p:nvPr>
            <p:ph type="sldNum" idx="153"/>
          </p:nvPr>
        </p:nvSpPr>
        <p:spPr>
          <a:xfrm>
            <a:off x="3884760" y="8685360"/>
            <a:ext cx="2949120" cy="43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18A96FE-DBA4-4BEA-8EB6-BC6E78212AA3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65160" cy="3063600"/>
          </a:xfrm>
          <a:prstGeom prst="rect">
            <a:avLst/>
          </a:prstGeom>
          <a:ln w="0">
            <a:noFill/>
          </a:ln>
        </p:spPr>
      </p:sp>
      <p:sp>
        <p:nvSpPr>
          <p:cNvPr id="10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63720" cy="357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0" name="PlaceHolder 3"/>
          <p:cNvSpPr>
            <a:spLocks noGrp="1"/>
          </p:cNvSpPr>
          <p:nvPr>
            <p:ph type="sldNum" idx="154"/>
          </p:nvPr>
        </p:nvSpPr>
        <p:spPr>
          <a:xfrm>
            <a:off x="3884760" y="8685360"/>
            <a:ext cx="2949120" cy="43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0E09A38-211C-46DD-99C4-1C21FA09730D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640" cy="3070080"/>
          </a:xfrm>
          <a:prstGeom prst="rect">
            <a:avLst/>
          </a:prstGeom>
          <a:ln w="0">
            <a:noFill/>
          </a:ln>
        </p:spPr>
      </p:sp>
      <p:sp>
        <p:nvSpPr>
          <p:cNvPr id="11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200" cy="358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3" name="PlaceHolder 3"/>
          <p:cNvSpPr>
            <a:spLocks noGrp="1"/>
          </p:cNvSpPr>
          <p:nvPr>
            <p:ph type="sldNum" idx="155"/>
          </p:nvPr>
        </p:nvSpPr>
        <p:spPr>
          <a:xfrm>
            <a:off x="3884760" y="8685360"/>
            <a:ext cx="2955600" cy="44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A683F68-FFF5-4246-B796-35B317566F6A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640" cy="3070080"/>
          </a:xfrm>
          <a:prstGeom prst="rect">
            <a:avLst/>
          </a:prstGeom>
          <a:ln w="0">
            <a:noFill/>
          </a:ln>
        </p:spPr>
      </p:sp>
      <p:sp>
        <p:nvSpPr>
          <p:cNvPr id="11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200" cy="358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6" name="PlaceHolder 3"/>
          <p:cNvSpPr>
            <a:spLocks noGrp="1"/>
          </p:cNvSpPr>
          <p:nvPr>
            <p:ph type="sldNum" idx="156"/>
          </p:nvPr>
        </p:nvSpPr>
        <p:spPr>
          <a:xfrm>
            <a:off x="3884760" y="8685360"/>
            <a:ext cx="2955600" cy="44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51362F2-1F4C-4A76-9534-3C9E1258DC66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640" cy="3070080"/>
          </a:xfrm>
          <a:prstGeom prst="rect">
            <a:avLst/>
          </a:prstGeom>
          <a:ln w="0">
            <a:noFill/>
          </a:ln>
        </p:spPr>
      </p:sp>
      <p:sp>
        <p:nvSpPr>
          <p:cNvPr id="11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200" cy="358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9" name="PlaceHolder 3"/>
          <p:cNvSpPr>
            <a:spLocks noGrp="1"/>
          </p:cNvSpPr>
          <p:nvPr>
            <p:ph type="sldNum" idx="157"/>
          </p:nvPr>
        </p:nvSpPr>
        <p:spPr>
          <a:xfrm>
            <a:off x="3884760" y="8685360"/>
            <a:ext cx="2955600" cy="44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4940D24-C06E-4073-9FCB-DB52090D5CFE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640" cy="3070080"/>
          </a:xfrm>
          <a:prstGeom prst="rect">
            <a:avLst/>
          </a:prstGeom>
          <a:ln w="0">
            <a:noFill/>
          </a:ln>
        </p:spPr>
      </p:sp>
      <p:sp>
        <p:nvSpPr>
          <p:cNvPr id="11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200" cy="358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2" name="PlaceHolder 3"/>
          <p:cNvSpPr>
            <a:spLocks noGrp="1"/>
          </p:cNvSpPr>
          <p:nvPr>
            <p:ph type="sldNum" idx="158"/>
          </p:nvPr>
        </p:nvSpPr>
        <p:spPr>
          <a:xfrm>
            <a:off x="3884760" y="8685360"/>
            <a:ext cx="2955600" cy="44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4D7FDAB-6EE4-4C23-A9E9-F3516A050A0B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640" cy="3070080"/>
          </a:xfrm>
          <a:prstGeom prst="rect">
            <a:avLst/>
          </a:prstGeom>
          <a:ln w="0">
            <a:noFill/>
          </a:ln>
        </p:spPr>
      </p:sp>
      <p:sp>
        <p:nvSpPr>
          <p:cNvPr id="11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200" cy="358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5" name="PlaceHolder 3"/>
          <p:cNvSpPr>
            <a:spLocks noGrp="1"/>
          </p:cNvSpPr>
          <p:nvPr>
            <p:ph type="sldNum" idx="159"/>
          </p:nvPr>
        </p:nvSpPr>
        <p:spPr>
          <a:xfrm>
            <a:off x="3884760" y="8685360"/>
            <a:ext cx="2955600" cy="44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4E0EFBA-AB13-4573-B995-A8B1DD95C974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1640" cy="3070080"/>
          </a:xfrm>
          <a:prstGeom prst="rect">
            <a:avLst/>
          </a:prstGeom>
          <a:ln w="0">
            <a:noFill/>
          </a:ln>
        </p:spPr>
      </p:sp>
      <p:sp>
        <p:nvSpPr>
          <p:cNvPr id="11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200" cy="358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8" name="PlaceHolder 3"/>
          <p:cNvSpPr>
            <a:spLocks noGrp="1"/>
          </p:cNvSpPr>
          <p:nvPr>
            <p:ph type="sldNum" idx="160"/>
          </p:nvPr>
        </p:nvSpPr>
        <p:spPr>
          <a:xfrm>
            <a:off x="3884760" y="8685360"/>
            <a:ext cx="2955600" cy="44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974A89A-99FC-4E30-89DA-E5C95453D837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1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3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4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6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7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8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9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0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2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3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4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4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4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4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4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5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7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8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9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0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2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731F26D-AD12-4C7D-B485-ACBF64AEC7D1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6E51A6B-E148-4A2C-9A0C-B896004E3B6A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17775F-5470-4D51-B343-B951B0905ED7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3B1E4A3-BF14-48CE-97B3-28E2C4084645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EEC0454-C45E-4A16-9FC1-AFFE24620BEE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85A1F9-BC45-4D00-986E-4CC226756332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0828CE49-9B73-464F-9982-60ED1C62CD9A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3BCBAA4-995F-4F50-906B-C3407FFDAC45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5C780A0-7B5B-4633-AEE8-2154E2253820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DDA1B02D-C3A8-40E7-9200-B9133DB8F9DE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4EEB1A0-D333-441B-8E10-DB7650D00FA8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B26B39A-D589-47DE-A97F-34107CD7C14D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C80DDB8C-59B0-4DE0-85DB-AFEA5D275164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58B42889-3EC4-4976-A901-5B32511F293F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FBD5DA87-F02A-4B7A-B7A5-009EB760F954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8A4C506F-887A-4B0B-B13F-88169E6F17E4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9FB4B59C-653F-49E5-AF1F-4DF2E9285C97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0187701C-18EC-449C-8382-658258506E96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901D7EA5-20B9-4A2A-9ED0-932D99DE422B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BD3048FE-F92A-4FA8-84D7-5D4D85371652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3123241C-B3DD-4678-BA51-E0A597D4EFF0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239078C8-D5BE-4E76-8693-BC7AC915BEF2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5E00CA7E-E68B-41B5-ABA9-15A35345AA5E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44A416FF-3B8B-47AF-A235-F2AC81A18CD0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CDF0BF4B-2775-45AA-A5A5-36F190A2A47F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59A096F8-73B4-4642-A218-BACD3254DCBE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FB64A7CD-59C5-4D3D-809F-23C768BC9A40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86222491-6399-40CA-8246-14E7E11303F9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78F3BA30-0985-429C-B945-F7338E5EF381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52690C77-5F9C-45A3-8E66-781131FF4C49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1"/>
          </p:nvPr>
        </p:nvSpPr>
        <p:spPr/>
        <p:txBody>
          <a:bodyPr/>
          <a:p>
            <a:fld id="{8749F08E-B3EC-440B-8612-A6701C5DA1E8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84B8C1E7-8389-4E5E-B82D-C9F616FF105C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AFAD72CE-486E-4400-A54C-11022720BC15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ED114B47-E763-428C-AE4F-C18FDB9059C4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8A1FBDB3-31BC-4421-BEF2-7A4A28F6B00C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E2936179-E942-4D8E-BE0E-9DCE07474124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7"/>
          </p:nvPr>
        </p:nvSpPr>
        <p:spPr/>
        <p:txBody>
          <a:bodyPr/>
          <a:p>
            <a:fld id="{70AE35A8-C75A-42CC-BA00-40E80A7898E0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94455C23-E40F-4E27-962A-497DE6EBF45E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3A0BA94D-80D9-4130-BA8A-D566F45B1314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A753AF88-5845-440D-B4D8-9122A88F9407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9C0BD1A3-BAD7-4F63-AAF9-9B5B567FA447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255991E0-B704-4C48-A77C-BD539EF0D467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3"/>
          </p:nvPr>
        </p:nvSpPr>
        <p:spPr/>
        <p:txBody>
          <a:bodyPr/>
          <a:p>
            <a:fld id="{1BAD3081-2CFB-402B-98A7-2557139FB51A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CA0588EC-73F5-4A6C-A9E7-04FF3FAD6B7E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5"/>
          </p:nvPr>
        </p:nvSpPr>
        <p:spPr/>
        <p:txBody>
          <a:bodyPr/>
          <a:p>
            <a:fld id="{218D3EE7-71C8-44E9-AF35-3AF59964646C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6"/>
          </p:nvPr>
        </p:nvSpPr>
        <p:spPr/>
        <p:txBody>
          <a:bodyPr/>
          <a:p>
            <a:fld id="{20E1AFDA-0CBA-483B-990D-CDB879F940C4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8E874A14-1A74-4D1E-8F6F-7893E6C731FF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8"/>
          </p:nvPr>
        </p:nvSpPr>
        <p:spPr/>
        <p:txBody>
          <a:bodyPr/>
          <a:p>
            <a:fld id="{B0A5A923-7D87-4F88-958C-37B550787940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9"/>
          </p:nvPr>
        </p:nvSpPr>
        <p:spPr/>
        <p:txBody>
          <a:bodyPr/>
          <a:p>
            <a:fld id="{B04057E8-27C1-447F-90FD-F546DEE610EC}" type="slidenum">
              <a:t>&lt;#&gt;</a:t>
            </a:fld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40A46659-8107-4690-81A5-67F2731B2D29}" type="slidenum">
              <a:t>&lt;#&gt;</a:t>
            </a:fld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54A0F999-385A-4D62-A29E-8A3CB46795B6}" type="slidenum">
              <a:t>&lt;#&gt;</a:t>
            </a:fld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B4D36120-DB48-40EA-B497-D03681DC997A}" type="slidenum">
              <a:t>&lt;#&gt;</a:t>
            </a:fld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B0EF1DBD-F8AA-4763-9C1F-A543708A834D}" type="slidenum">
              <a:t>&lt;#&gt;</a:t>
            </a:fld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4"/>
          </p:nvPr>
        </p:nvSpPr>
        <p:spPr/>
        <p:txBody>
          <a:bodyPr/>
          <a:p>
            <a:fld id="{6E2ED51D-382B-4DD3-A534-2C79CD180E62}" type="slidenum">
              <a:t>&lt;#&gt;</a:t>
            </a:fld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5"/>
          </p:nvPr>
        </p:nvSpPr>
        <p:spPr/>
        <p:txBody>
          <a:bodyPr/>
          <a:p>
            <a:fld id="{939CB00F-9214-468E-99DB-1A7B707472A9}" type="slidenum">
              <a:t>&lt;#&gt;</a:t>
            </a:fld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F6242741-CD09-481A-8FBB-029C4598D6CE}" type="slidenum">
              <a:t>&lt;#&gt;</a:t>
            </a:fld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7"/>
          </p:nvPr>
        </p:nvSpPr>
        <p:spPr/>
        <p:txBody>
          <a:bodyPr/>
          <a:p>
            <a:fld id="{820AC33C-5F91-4F2C-9BB1-10EF26C8F827}" type="slidenum">
              <a:t>&lt;#&gt;</a:t>
            </a:fld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8"/>
          </p:nvPr>
        </p:nvSpPr>
        <p:spPr/>
        <p:txBody>
          <a:bodyPr/>
          <a:p>
            <a:fld id="{0150659B-E03E-4F11-B4F7-C346D1DE18E4}" type="slidenum">
              <a:t>&lt;#&gt;</a:t>
            </a:fld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15E5F73A-9101-4577-9388-A85ED848C19F}" type="slidenum">
              <a:t>&lt;#&gt;</a:t>
            </a:fld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0"/>
          </p:nvPr>
        </p:nvSpPr>
        <p:spPr/>
        <p:txBody>
          <a:bodyPr/>
          <a:p>
            <a:fld id="{AAE3BAFA-E5FD-48E3-AF63-2F46071C8447}" type="slidenum">
              <a:t>&lt;#&gt;</a:t>
            </a:fld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1"/>
          </p:nvPr>
        </p:nvSpPr>
        <p:spPr/>
        <p:txBody>
          <a:bodyPr/>
          <a:p>
            <a:fld id="{259C2D8C-8ADE-4786-98AD-C4F9658A9445}" type="slidenum">
              <a:t>&lt;#&gt;</a:t>
            </a:fld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3026C879-2266-443E-A7CC-45EC0C066A9B}" type="slidenum">
              <a:t>&lt;#&gt;</a:t>
            </a:fld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3"/>
          </p:nvPr>
        </p:nvSpPr>
        <p:spPr/>
        <p:txBody>
          <a:bodyPr/>
          <a:p>
            <a:fld id="{8919D140-9335-44C4-A666-AEE71EB4B0EC}" type="slidenum">
              <a:t>&lt;#&gt;</a:t>
            </a:fld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4"/>
          </p:nvPr>
        </p:nvSpPr>
        <p:spPr/>
        <p:txBody>
          <a:bodyPr/>
          <a:p>
            <a:fld id="{EB73B662-A2A8-4DA9-BB68-46A1E8727D21}" type="slidenum">
              <a:t>&lt;#&gt;</a:t>
            </a:fld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4"/>
          </p:nvPr>
        </p:nvSpPr>
        <p:spPr/>
        <p:txBody>
          <a:bodyPr/>
          <a:p>
            <a:fld id="{4355CCFF-394C-408C-86BE-A72875EDBAF2}" type="slidenum">
              <a:t>&lt;#&gt;</a:t>
            </a:fld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4"/>
          </p:nvPr>
        </p:nvSpPr>
        <p:spPr/>
        <p:txBody>
          <a:bodyPr/>
          <a:p>
            <a:fld id="{9144E9A5-5879-45C4-ACA0-E66B54111062}" type="slidenum">
              <a:t>&lt;#&gt;</a:t>
            </a:fld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4"/>
          </p:nvPr>
        </p:nvSpPr>
        <p:spPr/>
        <p:txBody>
          <a:bodyPr/>
          <a:p>
            <a:fld id="{D224C4F1-F5CF-4A5D-AD27-FD9C4EE89D69}" type="slidenum">
              <a:t>&lt;#&gt;</a:t>
            </a:fld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4"/>
          </p:nvPr>
        </p:nvSpPr>
        <p:spPr/>
        <p:txBody>
          <a:bodyPr/>
          <a:p>
            <a:fld id="{C6917277-33D1-45C5-BE65-288505A734A7}" type="slidenum">
              <a:t>&lt;#&gt;</a:t>
            </a:fld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0F67A616-F7CA-4926-A64A-9856A0F2ACD3}" type="slidenum">
              <a:t>&lt;#&gt;</a:t>
            </a:fld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6"/>
          </p:nvPr>
        </p:nvSpPr>
        <p:spPr/>
        <p:txBody>
          <a:bodyPr/>
          <a:p>
            <a:fld id="{1BF5B3FF-2162-42D9-A56F-0C3F7881CBCD}" type="slidenum">
              <a:t>&lt;#&gt;</a:t>
            </a:fld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7"/>
          </p:nvPr>
        </p:nvSpPr>
        <p:spPr/>
        <p:txBody>
          <a:bodyPr/>
          <a:p>
            <a:fld id="{0336D218-7DEC-42B9-94EC-3C9A3A10688E}" type="slidenum">
              <a:t>&lt;#&gt;</a:t>
            </a:fld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8"/>
          </p:nvPr>
        </p:nvSpPr>
        <p:spPr/>
        <p:txBody>
          <a:bodyPr/>
          <a:p>
            <a:fld id="{07A75DA1-5D25-4B8C-B430-0F0406CAAF97}" type="slidenum">
              <a:t>&lt;#&gt;</a:t>
            </a:fld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9"/>
          </p:nvPr>
        </p:nvSpPr>
        <p:spPr/>
        <p:txBody>
          <a:bodyPr/>
          <a:p>
            <a:fld id="{BD526192-9798-4268-80CC-02BC85532ED8}" type="slidenum">
              <a:t>&lt;#&gt;</a:t>
            </a:fld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0"/>
          </p:nvPr>
        </p:nvSpPr>
        <p:spPr/>
        <p:txBody>
          <a:bodyPr/>
          <a:p>
            <a:fld id="{1094DCDA-D162-40EA-8E7D-721480032874}" type="slidenum">
              <a:t>&lt;#&gt;</a:t>
            </a:fld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EFFDA946-C660-469A-B492-7B5F3D70DA46}" type="slidenum">
              <a:t>&lt;#&gt;</a:t>
            </a:fld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2"/>
          </p:nvPr>
        </p:nvSpPr>
        <p:spPr/>
        <p:txBody>
          <a:bodyPr/>
          <a:p>
            <a:fld id="{D503E00D-985C-464B-A412-9D9EE31AA2E9}" type="slidenum">
              <a:t>&lt;#&gt;</a:t>
            </a:fld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3"/>
          </p:nvPr>
        </p:nvSpPr>
        <p:spPr/>
        <p:txBody>
          <a:bodyPr/>
          <a:p>
            <a:fld id="{DA8B96AA-8029-4BF7-8592-5568B4356872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slideLayout" Target="../slideLayouts/slideLayout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slideLayout" Target="../slideLayouts/slideLayout39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slideLayout" Target="../slideLayouts/slideLayout40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slideLayout" Target="../slideLayouts/slideLayout41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slideLayout" Target="../slideLayouts/slideLayout42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slideLayout" Target="../slideLayouts/slideLayout43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slideLayout" Target="../slideLayouts/slideLayout44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slideLayout" Target="../slideLayouts/slideLayout45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slideLayout" Target="../slideLayouts/slideLayout46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47.xml"/><Relationship Id="rId2" Type="http://schemas.openxmlformats.org/officeDocument/2006/relationships/slideLayout" Target="../slideLayouts/slideLayout47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48.xml"/><Relationship Id="rId2" Type="http://schemas.openxmlformats.org/officeDocument/2006/relationships/slideLayout" Target="../slideLayouts/slideLayout48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49.xml"/><Relationship Id="rId2" Type="http://schemas.openxmlformats.org/officeDocument/2006/relationships/slideLayout" Target="../slideLayouts/slideLayout49.xml"/>
</Relationships>
</file>

<file path=ppt/slideMasters/_rels/slideMaster50.xml.rels><?xml version="1.0" encoding="UTF-8"?>
<Relationships xmlns="http://schemas.openxmlformats.org/package/2006/relationships"><Relationship Id="rId1" Type="http://schemas.openxmlformats.org/officeDocument/2006/relationships/theme" Target="../theme/theme50.xml"/><Relationship Id="rId2" Type="http://schemas.openxmlformats.org/officeDocument/2006/relationships/slideLayout" Target="../slideLayouts/slideLayout50.xml"/>
</Relationships>
</file>

<file path=ppt/slideMasters/_rels/slideMaster51.xml.rels><?xml version="1.0" encoding="UTF-8"?>
<Relationships xmlns="http://schemas.openxmlformats.org/package/2006/relationships"><Relationship Id="rId1" Type="http://schemas.openxmlformats.org/officeDocument/2006/relationships/theme" Target="../theme/theme51.xml"/><Relationship Id="rId2" Type="http://schemas.openxmlformats.org/officeDocument/2006/relationships/slideLayout" Target="../slideLayouts/slideLayout51.xml"/>
</Relationships>
</file>

<file path=ppt/slideMasters/_rels/slideMaster52.xml.rels><?xml version="1.0" encoding="UTF-8"?>
<Relationships xmlns="http://schemas.openxmlformats.org/package/2006/relationships"><Relationship Id="rId1" Type="http://schemas.openxmlformats.org/officeDocument/2006/relationships/theme" Target="../theme/theme52.xml"/><Relationship Id="rId2" Type="http://schemas.openxmlformats.org/officeDocument/2006/relationships/slideLayout" Target="../slideLayouts/slideLayout52.xml"/>
</Relationships>
</file>

<file path=ppt/slideMasters/_rels/slideMaster53.xml.rels><?xml version="1.0" encoding="UTF-8"?>
<Relationships xmlns="http://schemas.openxmlformats.org/package/2006/relationships"><Relationship Id="rId1" Type="http://schemas.openxmlformats.org/officeDocument/2006/relationships/theme" Target="../theme/theme53.xml"/><Relationship Id="rId2" Type="http://schemas.openxmlformats.org/officeDocument/2006/relationships/slideLayout" Target="../slideLayouts/slideLayout53.xml"/>
</Relationships>
</file>

<file path=ppt/slideMasters/_rels/slideMaster54.xml.rels><?xml version="1.0" encoding="UTF-8"?>
<Relationships xmlns="http://schemas.openxmlformats.org/package/2006/relationships"><Relationship Id="rId1" Type="http://schemas.openxmlformats.org/officeDocument/2006/relationships/theme" Target="../theme/theme54.xml"/><Relationship Id="rId2" Type="http://schemas.openxmlformats.org/officeDocument/2006/relationships/slideLayout" Target="../slideLayouts/slideLayout54.xml"/>
</Relationships>
</file>

<file path=ppt/slideMasters/_rels/slideMaster55.xml.rels><?xml version="1.0" encoding="UTF-8"?>
<Relationships xmlns="http://schemas.openxmlformats.org/package/2006/relationships"><Relationship Id="rId1" Type="http://schemas.openxmlformats.org/officeDocument/2006/relationships/theme" Target="../theme/theme55.xml"/><Relationship Id="rId2" Type="http://schemas.openxmlformats.org/officeDocument/2006/relationships/slideLayout" Target="../slideLayouts/slideLayout55.xml"/>
</Relationships>
</file>

<file path=ppt/slideMasters/_rels/slideMaster56.xml.rels><?xml version="1.0" encoding="UTF-8"?>
<Relationships xmlns="http://schemas.openxmlformats.org/package/2006/relationships"><Relationship Id="rId1" Type="http://schemas.openxmlformats.org/officeDocument/2006/relationships/theme" Target="../theme/theme56.xml"/><Relationship Id="rId2" Type="http://schemas.openxmlformats.org/officeDocument/2006/relationships/slideLayout" Target="../slideLayouts/slideLayout56.xml"/>
</Relationships>
</file>

<file path=ppt/slideMasters/_rels/slideMaster57.xml.rels><?xml version="1.0" encoding="UTF-8"?>
<Relationships xmlns="http://schemas.openxmlformats.org/package/2006/relationships"><Relationship Id="rId1" Type="http://schemas.openxmlformats.org/officeDocument/2006/relationships/theme" Target="../theme/theme57.xml"/><Relationship Id="rId2" Type="http://schemas.openxmlformats.org/officeDocument/2006/relationships/slideLayout" Target="../slideLayouts/slideLayout57.xml"/>
</Relationships>
</file>

<file path=ppt/slideMasters/_rels/slideMaster58.xml.rels><?xml version="1.0" encoding="UTF-8"?>
<Relationships xmlns="http://schemas.openxmlformats.org/package/2006/relationships"><Relationship Id="rId1" Type="http://schemas.openxmlformats.org/officeDocument/2006/relationships/theme" Target="../theme/theme58.xml"/><Relationship Id="rId2" Type="http://schemas.openxmlformats.org/officeDocument/2006/relationships/slideLayout" Target="../slideLayouts/slideLayout58.xml"/>
</Relationships>
</file>

<file path=ppt/slideMasters/_rels/slideMaster59.xml.rels><?xml version="1.0" encoding="UTF-8"?>
<Relationships xmlns="http://schemas.openxmlformats.org/package/2006/relationships"><Relationship Id="rId1" Type="http://schemas.openxmlformats.org/officeDocument/2006/relationships/theme" Target="../theme/theme59.xml"/><Relationship Id="rId2" Type="http://schemas.openxmlformats.org/officeDocument/2006/relationships/slideLayout" Target="../slideLayouts/slideLayout59.xml"/>
</Relationships>
</file>

<file path=ppt/slideMasters/_rels/slideMaster60.xml.rels><?xml version="1.0" encoding="UTF-8"?>
<Relationships xmlns="http://schemas.openxmlformats.org/package/2006/relationships"><Relationship Id="rId1" Type="http://schemas.openxmlformats.org/officeDocument/2006/relationships/theme" Target="../theme/theme60.xml"/><Relationship Id="rId2" Type="http://schemas.openxmlformats.org/officeDocument/2006/relationships/slideLayout" Target="../slideLayouts/slideLayout60.xml"/>
</Relationships>
</file>

<file path=ppt/slideMasters/_rels/slideMaster61.xml.rels><?xml version="1.0" encoding="UTF-8"?>
<Relationships xmlns="http://schemas.openxmlformats.org/package/2006/relationships"><Relationship Id="rId1" Type="http://schemas.openxmlformats.org/officeDocument/2006/relationships/theme" Target="../theme/theme61.xml"/><Relationship Id="rId2" Type="http://schemas.openxmlformats.org/officeDocument/2006/relationships/slideLayout" Target="../slideLayouts/slideLayout61.xml"/>
</Relationships>
</file>

<file path=ppt/slideMasters/_rels/slideMaster62.xml.rels><?xml version="1.0" encoding="UTF-8"?>
<Relationships xmlns="http://schemas.openxmlformats.org/package/2006/relationships"><Relationship Id="rId1" Type="http://schemas.openxmlformats.org/officeDocument/2006/relationships/theme" Target="../theme/theme62.xml"/><Relationship Id="rId2" Type="http://schemas.openxmlformats.org/officeDocument/2006/relationships/slideLayout" Target="../slideLayouts/slideLayout62.xml"/>
</Relationships>
</file>

<file path=ppt/slideMasters/_rels/slideMaster63.xml.rels><?xml version="1.0" encoding="UTF-8"?>
<Relationships xmlns="http://schemas.openxmlformats.org/package/2006/relationships"><Relationship Id="rId1" Type="http://schemas.openxmlformats.org/officeDocument/2006/relationships/theme" Target="../theme/theme63.xml"/><Relationship Id="rId2" Type="http://schemas.openxmlformats.org/officeDocument/2006/relationships/slideLayout" Target="../slideLayouts/slideLayout63.xml"/>
</Relationships>
</file>

<file path=ppt/slideMasters/_rels/slideMaster64.xml.rels><?xml version="1.0" encoding="UTF-8"?>
<Relationships xmlns="http://schemas.openxmlformats.org/package/2006/relationships"><Relationship Id="rId1" Type="http://schemas.openxmlformats.org/officeDocument/2006/relationships/theme" Target="../theme/theme64.xml"/><Relationship Id="rId2" Type="http://schemas.openxmlformats.org/officeDocument/2006/relationships/slideLayout" Target="../slideLayouts/slideLayout64.xml"/><Relationship Id="rId3" Type="http://schemas.openxmlformats.org/officeDocument/2006/relationships/slideLayout" Target="../slideLayouts/slideLayout65.xml"/><Relationship Id="rId4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7.xml"/><Relationship Id="rId6" Type="http://schemas.openxmlformats.org/officeDocument/2006/relationships/slideLayout" Target="../slideLayouts/slideLayout68.xml"/>
</Relationships>
</file>

<file path=ppt/slideMasters/_rels/slideMaster65.xml.rels><?xml version="1.0" encoding="UTF-8"?>
<Relationships xmlns="http://schemas.openxmlformats.org/package/2006/relationships"><Relationship Id="rId1" Type="http://schemas.openxmlformats.org/officeDocument/2006/relationships/theme" Target="../theme/theme65.xml"/><Relationship Id="rId2" Type="http://schemas.openxmlformats.org/officeDocument/2006/relationships/slideLayout" Target="../slideLayouts/slideLayout69.xml"/>
</Relationships>
</file>

<file path=ppt/slideMasters/_rels/slideMaster66.xml.rels><?xml version="1.0" encoding="UTF-8"?>
<Relationships xmlns="http://schemas.openxmlformats.org/package/2006/relationships"><Relationship Id="rId1" Type="http://schemas.openxmlformats.org/officeDocument/2006/relationships/theme" Target="../theme/theme66.xml"/><Relationship Id="rId2" Type="http://schemas.openxmlformats.org/officeDocument/2006/relationships/slideLayout" Target="../slideLayouts/slideLayout70.xml"/>
</Relationships>
</file>

<file path=ppt/slideMasters/_rels/slideMaster67.xml.rels><?xml version="1.0" encoding="UTF-8"?>
<Relationships xmlns="http://schemas.openxmlformats.org/package/2006/relationships"><Relationship Id="rId1" Type="http://schemas.openxmlformats.org/officeDocument/2006/relationships/theme" Target="../theme/theme67.xml"/><Relationship Id="rId2" Type="http://schemas.openxmlformats.org/officeDocument/2006/relationships/slideLayout" Target="../slideLayouts/slideLayout71.xml"/>
</Relationships>
</file>

<file path=ppt/slideMasters/_rels/slideMaster68.xml.rels><?xml version="1.0" encoding="UTF-8"?>
<Relationships xmlns="http://schemas.openxmlformats.org/package/2006/relationships"><Relationship Id="rId1" Type="http://schemas.openxmlformats.org/officeDocument/2006/relationships/theme" Target="../theme/theme68.xml"/><Relationship Id="rId2" Type="http://schemas.openxmlformats.org/officeDocument/2006/relationships/slideLayout" Target="../slideLayouts/slideLayout72.xml"/>
</Relationships>
</file>

<file path=ppt/slideMasters/_rels/slideMaster69.xml.rels><?xml version="1.0" encoding="UTF-8"?>
<Relationships xmlns="http://schemas.openxmlformats.org/package/2006/relationships"><Relationship Id="rId1" Type="http://schemas.openxmlformats.org/officeDocument/2006/relationships/theme" Target="../theme/theme69.xml"/><Relationship Id="rId2" Type="http://schemas.openxmlformats.org/officeDocument/2006/relationships/slideLayout" Target="../slideLayouts/slideLayout73.xml"/>
</Relationships>
</file>

<file path=ppt/slideMasters/_rels/slideMaster70.xml.rels><?xml version="1.0" encoding="UTF-8"?>
<Relationships xmlns="http://schemas.openxmlformats.org/package/2006/relationships"><Relationship Id="rId1" Type="http://schemas.openxmlformats.org/officeDocument/2006/relationships/theme" Target="../theme/theme70.xml"/><Relationship Id="rId2" Type="http://schemas.openxmlformats.org/officeDocument/2006/relationships/slideLayout" Target="../slideLayouts/slideLayout74.xml"/>
</Relationships>
</file>

<file path=ppt/slideMasters/_rels/slideMaster71.xml.rels><?xml version="1.0" encoding="UTF-8"?>
<Relationships xmlns="http://schemas.openxmlformats.org/package/2006/relationships"><Relationship Id="rId1" Type="http://schemas.openxmlformats.org/officeDocument/2006/relationships/theme" Target="../theme/theme71.xml"/><Relationship Id="rId2" Type="http://schemas.openxmlformats.org/officeDocument/2006/relationships/slideLayout" Target="../slideLayouts/slideLayout75.xml"/>
</Relationships>
</file>

<file path=ppt/slideMasters/_rels/slideMaster72.xml.rels><?xml version="1.0" encoding="UTF-8"?>
<Relationships xmlns="http://schemas.openxmlformats.org/package/2006/relationships"><Relationship Id="rId1" Type="http://schemas.openxmlformats.org/officeDocument/2006/relationships/theme" Target="../theme/theme72.xml"/><Relationship Id="rId2" Type="http://schemas.openxmlformats.org/officeDocument/2006/relationships/slideLayout" Target="../slideLayouts/slideLayout76.xml"/>
</Relationships>
</file>

<file path=ppt/slideMasters/_rels/slideMaster73.xml.rels><?xml version="1.0" encoding="UTF-8"?>
<Relationships xmlns="http://schemas.openxmlformats.org/package/2006/relationships"><Relationship Id="rId1" Type="http://schemas.openxmlformats.org/officeDocument/2006/relationships/theme" Target="../theme/theme73.xml"/><Relationship Id="rId2" Type="http://schemas.openxmlformats.org/officeDocument/2006/relationships/slideLayout" Target="../slideLayouts/slideLayout7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03E8A9C-3B8B-49CE-807D-5A6AF0722127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4076A2E-FE18-4487-B739-E19DA659B9B5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45F7748-6B89-4484-9081-9BE4B7123EBF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D28A829-4D8A-40D6-AFE5-DA2E530FE814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EC7B26-87E6-4A97-86A5-991EF6410F69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01499C7-1E09-49C9-8BB3-145982E8D771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367F743-4B6D-4182-B457-22FE2E5F3FBF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2D8917C-9401-493C-B217-8E69A1049655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C9871A4-E88A-4DE6-AC25-F151E29B4EA9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57E44F7-B92C-4C60-9F8C-F50ACBC5F145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EC8C06A-1517-406B-9220-F423334EEA80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DBFD7EA-0F04-41EE-8E0D-289C60D25D7F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A39C222-0208-4453-8B8F-A6B874C16754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394C84B-0E5C-4991-B50A-647675C7E817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0145A2E-3D3F-4C52-B1FF-115F47CC9CA2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0F93F7E-8206-487A-9043-B78C7E9C5E0A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B979D2D-FA52-413C-824E-889AE1CCE5F2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5135DD3-7FA3-4571-94AC-428FF467F205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CD23BA5-D33D-43DC-99CE-8145935EB1DA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580FDCF-001A-4B25-85A1-2BE5B21FC12A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7C771CB-A76A-4479-8BDA-038ECB348562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DF5D353-0A93-4868-97FA-CEA970798E09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1278E93-3B0B-4E0C-B44F-6C359C98D18E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1F40C43-56BC-448F-93A2-3EA2D61CBC8B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CBBAE37-D765-4DA4-AEFA-88C39CB2CF10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9A130A4-266E-4A59-BC5F-6CB709C50C2B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sldNum" idx="27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256A443-C8D6-4BBF-9A11-57EB6E1B02CC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28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5AE8DBB-EA32-491A-BEAA-D89328BA1FBF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sldNum" idx="29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A6C3BAC-C070-4360-B838-FC4E7707B14B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sldNum" idx="30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20D66DF-B496-4AD4-BDC0-42EBAAFE819D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sldNum" idx="31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46EA5C9-46DA-4DB0-945D-45FB312BB2A5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32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F1C867F-AED1-487A-97FC-A87378A87141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 type="sldNum" idx="33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28A4CC8-13A1-4AB4-A4E4-5ED4162AE29D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sldNum" idx="34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9941B76-67D7-4689-9667-ACD52FA57E8C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sldNum" idx="35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761EAD7-67F6-4CC7-86E9-A8B1C54858A2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 type="sldNum" idx="36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19CDE0C-A699-4ADB-82DD-BE7EE16709AF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37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CC1858B-D3CE-47F3-BC39-5146BEAD4138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sldNum" idx="38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1BBB8F2-F2F9-4466-82FA-A14D44A4C6F8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sldNum" idx="39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61AAFEC-7587-4DCD-8774-F6752293DB7A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sldNum" idx="40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7F7DFC4-FD1D-45DC-9D25-630CC8167FBC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sldNum" idx="41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29C5CC5-67F7-47F9-8DBA-68998D08C97A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2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42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6B7A98F-AD7B-436E-8423-7AE75729081A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2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sldNum" idx="43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D9F88E1-7F3B-4B55-98DB-8D9795468B79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2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44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1D81065-1CD7-42CA-9625-AEDF1894B77F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2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7" name="PlaceHolder 4"/>
          <p:cNvSpPr>
            <a:spLocks noGrp="1"/>
          </p:cNvSpPr>
          <p:nvPr>
            <p:ph type="sldNum" idx="45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3983933-9B58-4E63-A7A2-C34C986A0186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2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sldNum" idx="46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F66B09F-0E36-43A4-B91C-78FBD23C91F6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2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sldNum" idx="47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C5F21C6-AC20-4438-8D42-5D06600397DC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2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48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27F762D-3671-4810-BF81-0F0A694A5119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2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sldNum" idx="49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4F543A9-2268-42A8-90DA-08B54C62A638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2"/>
  </p:sldLayoutIdLst>
</p:sldMaster>
</file>

<file path=ppt/slideMasters/slideMaster5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9" name="PlaceHolder 4"/>
          <p:cNvSpPr>
            <a:spLocks noGrp="1"/>
          </p:cNvSpPr>
          <p:nvPr>
            <p:ph type="sldNum" idx="50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7554F8A-F568-48B2-99B0-677773757910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2"/>
  </p:sldLayoutIdLst>
</p:sldMaster>
</file>

<file path=ppt/slideMasters/slideMaster5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 type="sldNum" idx="51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E59ED81-6B76-4E4D-8F60-3F6CAE894A3F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2"/>
  </p:sldLayoutIdLst>
</p:sldMaster>
</file>

<file path=ppt/slideMasters/slideMaster5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52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3AD122A-626F-4C62-94EE-8E6E4B3C3BA4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2"/>
  </p:sldLayoutIdLst>
</p:sldMaster>
</file>

<file path=ppt/slideMasters/slideMaster5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 type="sldNum" idx="53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35FED9B-1214-438A-AD84-1197FBFC8422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2"/>
  </p:sldLayoutIdLst>
</p:sldMaster>
</file>

<file path=ppt/slideMasters/slideMaster5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8" name="PlaceHolder 4"/>
          <p:cNvSpPr>
            <a:spLocks noGrp="1"/>
          </p:cNvSpPr>
          <p:nvPr>
            <p:ph type="sldNum" idx="54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2F49CAA-C967-4992-9655-5234FE28169F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2"/>
  </p:sldLayoutIdLst>
</p:sldMaster>
</file>

<file path=ppt/slideMasters/slideMaster5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 type="sldNum" idx="55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AB024B6-EB0B-446E-9FE4-DA3C669E6F4E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2"/>
  </p:sldLayoutIdLst>
</p:sldMaster>
</file>

<file path=ppt/slideMasters/slideMaster5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9" name="PlaceHolder 4"/>
          <p:cNvSpPr>
            <a:spLocks noGrp="1"/>
          </p:cNvSpPr>
          <p:nvPr>
            <p:ph type="sldNum" idx="56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5C5A25F-2900-47CE-821B-02F82ACC9231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2"/>
  </p:sldLayoutIdLst>
</p:sldMaster>
</file>

<file path=ppt/slideMasters/slideMaster5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57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9176763-FE4D-41D3-8BE3-295262650B08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2"/>
  </p:sldLayoutIdLst>
</p:sldMaster>
</file>

<file path=ppt/slideMasters/slideMaster5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sldNum" idx="58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103E788-4599-4EA2-93B9-C49593C6C745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2"/>
  </p:sldLayoutIdLst>
</p:sldMaster>
</file>

<file path=ppt/slideMasters/slideMaster5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 type="sldNum" idx="59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6C7FE56-4888-4A2F-9249-8011870BDBA0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2"/>
  </p:sldLayoutIdLst>
</p:sldMaster>
</file>

<file path=ppt/slideMasters/slideMaster6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60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1D7A027-3578-4FD5-A04D-8E689B45343D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2"/>
  </p:sldLayoutIdLst>
</p:sldMaster>
</file>

<file path=ppt/slideMasters/slideMaster6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 type="sldNum" idx="61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97332FA-2839-47CE-9FE7-ED8A452B9750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2"/>
  </p:sldLayoutIdLst>
</p:sldMaster>
</file>

<file path=ppt/slideMasters/slideMaster6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6" name="PlaceHolder 4"/>
          <p:cNvSpPr>
            <a:spLocks noGrp="1"/>
          </p:cNvSpPr>
          <p:nvPr>
            <p:ph type="sldNum" idx="62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EE28660-1FAA-4A6C-85BD-136BD9EAFA3B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2"/>
  </p:sldLayoutIdLst>
</p:sldMaster>
</file>

<file path=ppt/slideMasters/slideMaster6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 type="sldNum" idx="63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EAF8C33-7A1A-4A26-AE22-0DF9FE7B6750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2"/>
  </p:sldLayoutIdLst>
</p:sldMaster>
</file>

<file path=ppt/slideMasters/slideMaster6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Num" idx="64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3C54E94-FA6B-49CA-9D80-08B62DF774DD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2"/>
    <p:sldLayoutId id="2147483776" r:id="rId3"/>
    <p:sldLayoutId id="2147483777" r:id="rId4"/>
    <p:sldLayoutId id="2147483778" r:id="rId5"/>
    <p:sldLayoutId id="2147483779" r:id="rId6"/>
  </p:sldLayoutIdLst>
</p:sldMaster>
</file>

<file path=ppt/slideMasters/slideMaster6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Num" idx="65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3780CF5-6C47-41A6-BE22-D8639AE8AE34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2"/>
  </p:sldLayoutIdLst>
</p:sldMaster>
</file>

<file path=ppt/slideMasters/slideMaster6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sldNum" idx="66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43DC53E-3D83-4FF2-8AA7-A2020CD0AB51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3" r:id="rId2"/>
  </p:sldLayoutIdLst>
</p:sldMaster>
</file>

<file path=ppt/slideMasters/slideMaster6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4" name="PlaceHolder 4"/>
          <p:cNvSpPr>
            <a:spLocks noGrp="1"/>
          </p:cNvSpPr>
          <p:nvPr>
            <p:ph type="sldNum" idx="67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A8832DE-0C45-415E-928A-B25558EA24F1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5" r:id="rId2"/>
  </p:sldLayoutIdLst>
</p:sldMaster>
</file>

<file path=ppt/slideMasters/slideMaster6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 type="sldNum" idx="68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1750377-A12C-4D02-928C-72A160EC4589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7" r:id="rId2"/>
  </p:sldLayoutIdLst>
</p:sldMaster>
</file>

<file path=ppt/slideMasters/slideMaster6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sldNum" idx="69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AF5F33A-5AEF-4BD7-B1DE-1E572104E508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9" r:id="rId2"/>
  </p:sldLayoutIdLst>
</p:sldMaster>
</file>

<file path=ppt/slideMasters/slideMaster7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sldNum" idx="70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7AF0CAC-CCBB-42FB-B690-3D74A448DFF3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1" r:id="rId2"/>
  </p:sldLayoutIdLst>
</p:sldMaster>
</file>

<file path=ppt/slideMasters/slideMaster7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6;p9"/>
          <p:cNvSpPr/>
          <p:nvPr/>
        </p:nvSpPr>
        <p:spPr>
          <a:xfrm>
            <a:off x="4572000" y="0"/>
            <a:ext cx="4562280" cy="51339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4" name="PlaceHolder 1"/>
          <p:cNvSpPr>
            <a:spLocks noGrp="1"/>
          </p:cNvSpPr>
          <p:nvPr>
            <p:ph type="sldNum" idx="71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BA29151-A529-4EC2-B2FD-D982991AD295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2"/>
  </p:sldLayoutIdLst>
</p:sldMaster>
</file>

<file path=ppt/slideMasters/slideMaster7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Num" idx="72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3D4C770-A7AE-4E19-BD50-05313A641AEF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5" r:id="rId2"/>
  </p:sldLayoutIdLst>
</p:sldMaster>
</file>

<file path=ppt/slideMasters/slideMaster7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Num" idx="73"/>
          </p:nvPr>
        </p:nvSpPr>
        <p:spPr>
          <a:xfrm>
            <a:off x="8472600" y="4663080"/>
            <a:ext cx="532440" cy="37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92534E4-69D5-4244-A096-67388E51D41E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8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68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68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68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68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4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834480" y="347400"/>
            <a:ext cx="7464960" cy="17553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ctr">
            <a:noAutofit/>
          </a:bodyPr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en" sz="33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An Efficient, Configurable Secure Memory Implementation</a:t>
            </a:r>
            <a:endParaRPr b="0" lang="en-US" sz="3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336" name="Google Shape;56;p13"/>
          <p:cNvCxnSpPr/>
          <p:nvPr/>
        </p:nvCxnSpPr>
        <p:spPr>
          <a:xfrm>
            <a:off x="204480" y="2304720"/>
            <a:ext cx="8744760" cy="1008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cxnSp>
        <p:nvCxnSpPr>
          <p:cNvPr id="337" name="Google Shape;57;p13"/>
          <p:cNvCxnSpPr/>
          <p:nvPr/>
        </p:nvCxnSpPr>
        <p:spPr>
          <a:xfrm>
            <a:off x="204480" y="3948840"/>
            <a:ext cx="8744760" cy="1008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338" name="PlaceHolder 2"/>
          <p:cNvSpPr>
            <a:spLocks noGrp="1"/>
          </p:cNvSpPr>
          <p:nvPr>
            <p:ph type="sldNum" idx="77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766F243-A107-4D42-A07B-F7A22A3FB72B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9" name="Google Shape;59;p13"/>
          <p:cNvSpPr/>
          <p:nvPr/>
        </p:nvSpPr>
        <p:spPr>
          <a:xfrm>
            <a:off x="1946880" y="2244240"/>
            <a:ext cx="5240880" cy="166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150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Presentation By: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50000"/>
              </a:lnSpc>
              <a:tabLst>
                <a:tab algn="l" pos="0"/>
              </a:tabLst>
            </a:pPr>
            <a:r>
              <a:rPr b="0" lang="en" sz="19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Will Buziak</a:t>
            </a:r>
            <a:br>
              <a:rPr sz="1900"/>
            </a:br>
            <a:r>
              <a:rPr b="0" lang="en" sz="17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Department of Computer Science</a:t>
            </a:r>
            <a:br>
              <a:rPr sz="1700"/>
            </a:br>
            <a:r>
              <a:rPr b="0" lang="en" sz="17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Colorado School of Mines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0" name="Google Shape;60;p13"/>
          <p:cNvSpPr/>
          <p:nvPr/>
        </p:nvSpPr>
        <p:spPr>
          <a:xfrm>
            <a:off x="3071880" y="3948480"/>
            <a:ext cx="29901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150000"/>
              </a:lnSpc>
              <a:tabLst>
                <a:tab algn="l" pos="0"/>
              </a:tabLst>
            </a:pPr>
            <a:br>
              <a:rPr sz="1800"/>
            </a:br>
            <a:r>
              <a:rPr b="0" lang="en" sz="18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February, 2026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800" cy="9133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Content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/>
          </p:nvPr>
        </p:nvSpPr>
        <p:spPr>
          <a:xfrm>
            <a:off x="343080" y="606600"/>
            <a:ext cx="8382960" cy="25930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8088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arenR"/>
              <a:tabLst>
                <a:tab algn="l" pos="0"/>
              </a:tabLst>
            </a:pPr>
            <a:r>
              <a:rPr b="0" lang="en" sz="2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Background &amp; Motivation  .............................................................3-4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8088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arenR"/>
              <a:tabLst>
                <a:tab algn="l" pos="0"/>
              </a:tabLst>
            </a:pPr>
            <a:r>
              <a:rPr b="0" lang="en" sz="2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Trusted Execution Environments  ...................................................5-7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8088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arenR"/>
              <a:tabLst>
                <a:tab algn="l" pos="0"/>
              </a:tabLst>
            </a:pPr>
            <a:r>
              <a:rPr b="0" lang="en" sz="2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Secure Memory .............................................................................8-12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8088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arenR"/>
              <a:tabLst>
                <a:tab algn="l" pos="0"/>
              </a:tabLst>
            </a:pPr>
            <a:r>
              <a:rPr b="0" lang="en" sz="2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gem5 ............................................................................................13-25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343" name="Google Shape;68;p 1"/>
          <p:cNvCxnSpPr/>
          <p:nvPr/>
        </p:nvCxnSpPr>
        <p:spPr>
          <a:xfrm>
            <a:off x="204480" y="721440"/>
            <a:ext cx="8744760" cy="1008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344" name="PlaceHolder 3"/>
          <p:cNvSpPr>
            <a:spLocks noGrp="1"/>
          </p:cNvSpPr>
          <p:nvPr>
            <p:ph type="sldNum" idx="78"/>
          </p:nvPr>
        </p:nvSpPr>
        <p:spPr>
          <a:xfrm>
            <a:off x="8472600" y="463356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7514F1B-F356-4366-9C97-24FB89E8076B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2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800" cy="9133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Background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/>
          </p:nvPr>
        </p:nvSpPr>
        <p:spPr>
          <a:xfrm>
            <a:off x="343080" y="822600"/>
            <a:ext cx="8382960" cy="41860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-324000">
              <a:lnSpc>
                <a:spcPct val="9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Motivated attackers can employ many tactics to corrupt or steal data, this work focuses on preventing: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A malicious OS, application or thread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Replay or side-channel attacks targeting off-chip peripherals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" sz="2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Trusted Execution Environments (TEEs) provide hardware guarantees that attempt to secure the integrity of the processor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" sz="2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Secure Memory methods protect against off-chip tampering by encrypting and storing metadata securely on-chip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347" name="Google Shape;68;p14"/>
          <p:cNvCxnSpPr/>
          <p:nvPr/>
        </p:nvCxnSpPr>
        <p:spPr>
          <a:xfrm>
            <a:off x="204480" y="721440"/>
            <a:ext cx="8744760" cy="1008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348" name="PlaceHolder 3"/>
          <p:cNvSpPr>
            <a:spLocks noGrp="1"/>
          </p:cNvSpPr>
          <p:nvPr>
            <p:ph type="sldNum" idx="79"/>
          </p:nvPr>
        </p:nvSpPr>
        <p:spPr>
          <a:xfrm>
            <a:off x="8472600" y="463356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B629DA1-CA87-4BBE-BCAC-94960E4774EB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3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93;p17"/>
          <p:cNvSpPr/>
          <p:nvPr/>
        </p:nvSpPr>
        <p:spPr>
          <a:xfrm>
            <a:off x="327960" y="4114800"/>
            <a:ext cx="8478720" cy="801720"/>
          </a:xfrm>
          <a:prstGeom prst="roundRect">
            <a:avLst>
              <a:gd name="adj" fmla="val 16667"/>
            </a:avLst>
          </a:prstGeom>
          <a:solidFill>
            <a:srgbClr val="ffc000">
              <a:alpha val="20000"/>
            </a:srgbClr>
          </a:solidFill>
          <a:ln w="12600">
            <a:solidFill>
              <a:srgbClr val="32549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7680" rIns="67680" tIns="33840" bIns="338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0" name="PlaceHolder 1"/>
          <p:cNvSpPr>
            <a:spLocks noGrp="1"/>
          </p:cNvSpPr>
          <p:nvPr>
            <p:ph type="sldNum" idx="80"/>
          </p:nvPr>
        </p:nvSpPr>
        <p:spPr>
          <a:xfrm>
            <a:off x="8472600" y="463356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3B7D80E-5A76-4EF7-B959-A42F6AD1DEC9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4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51" name="PlaceHolder 2"/>
          <p:cNvSpPr>
            <a:spLocks noGrp="1"/>
          </p:cNvSpPr>
          <p:nvPr>
            <p:ph/>
          </p:nvPr>
        </p:nvSpPr>
        <p:spPr>
          <a:xfrm>
            <a:off x="941400" y="3567600"/>
            <a:ext cx="7251840" cy="18964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ctr">
            <a:noAutofit/>
          </a:bodyPr>
          <a:p>
            <a:pPr indent="0" algn="ctr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" sz="23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Goal</a:t>
            </a:r>
            <a:r>
              <a:rPr b="0" lang="en" sz="23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: Leverage TEE architecture to implement efficient secure memory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800" cy="9133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Motivation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353" name="Google Shape;97;p17"/>
          <p:cNvCxnSpPr/>
          <p:nvPr/>
        </p:nvCxnSpPr>
        <p:spPr>
          <a:xfrm>
            <a:off x="204480" y="721440"/>
            <a:ext cx="8744760" cy="1008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354" name="PlaceHolder 4"/>
          <p:cNvSpPr>
            <a:spLocks noGrp="1"/>
          </p:cNvSpPr>
          <p:nvPr>
            <p:ph/>
          </p:nvPr>
        </p:nvSpPr>
        <p:spPr>
          <a:xfrm>
            <a:off x="343080" y="829800"/>
            <a:ext cx="8382960" cy="277164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457200" indent="-3618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</a:pPr>
            <a:r>
              <a:rPr b="0" lang="en" sz="21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TEEs provide confidence against malicious applications attempting to tamper with data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" sz="18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Still vulnerable to replay attacks and off-chip tampering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618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Times New Roman"/>
              <a:buChar char="•"/>
            </a:pPr>
            <a:r>
              <a:rPr b="0" lang="en" sz="21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Secure Memory can mitigate these concerns by adding another layer of protection for off-chip devices 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618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Times New Roman"/>
              <a:buChar char="•"/>
            </a:pPr>
            <a:r>
              <a:rPr b="0" lang="en" sz="21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RISC-V TEEs (e. g. Keystone</a:t>
            </a:r>
            <a:r>
              <a:rPr b="0" lang="en" sz="2100" strike="noStrike" u="none" baseline="33000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[1]</a:t>
            </a:r>
            <a:r>
              <a:rPr b="0" lang="en" sz="21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) provides an open-source, configurable platform for developing TEEs to specific applications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800" cy="9133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Trusted Execution Environments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356" name="Google Shape;114;p 1"/>
          <p:cNvCxnSpPr/>
          <p:nvPr/>
        </p:nvCxnSpPr>
        <p:spPr>
          <a:xfrm>
            <a:off x="204480" y="721440"/>
            <a:ext cx="8744760" cy="1008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357" name="PlaceHolder 2"/>
          <p:cNvSpPr>
            <a:spLocks noGrp="1"/>
          </p:cNvSpPr>
          <p:nvPr>
            <p:ph type="sldNum" idx="81"/>
          </p:nvPr>
        </p:nvSpPr>
        <p:spPr>
          <a:xfrm>
            <a:off x="8472600" y="463356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F343C52-5ED9-474E-8525-ED3E8A26BED0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5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/>
          </p:nvPr>
        </p:nvSpPr>
        <p:spPr>
          <a:xfrm>
            <a:off x="343080" y="462600"/>
            <a:ext cx="8382960" cy="45586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618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  <a:tabLst>
                <a:tab algn="l" pos="0"/>
              </a:tabLst>
            </a:pP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A TEE implements different </a:t>
            </a:r>
            <a:r>
              <a:rPr b="0" i="1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privelege modes</a:t>
            </a: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with separate </a:t>
            </a:r>
            <a:r>
              <a:rPr b="0" i="1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address spaces</a:t>
            </a: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, enforcing a set of rules dictating which components can access what regions of memory: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6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User mode, Supervisor mode, Machine mode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618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  <a:tabLst>
                <a:tab algn="l" pos="0"/>
              </a:tabLst>
            </a:pP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Almost all major CPU vendors have their own flavor of TEE: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6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Intel SGX/TDX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6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ARM Confidential Computer Architecture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6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AMD SEV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618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Times New Roman"/>
              <a:buChar char="•"/>
              <a:tabLst>
                <a:tab algn="l" pos="0"/>
              </a:tabLst>
            </a:pPr>
            <a:r>
              <a:rPr b="0" lang="en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These implementations leverage proprietary hardware, opening the door for a configurable &amp; open-source TEE, keystone</a:t>
            </a:r>
            <a:r>
              <a:rPr b="0" lang="en" sz="2100" strike="noStrike" u="none" baseline="33000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[1]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800" cy="9133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Trusted Execution Environments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360" name="Google Shape;114;p 2"/>
          <p:cNvCxnSpPr/>
          <p:nvPr/>
        </p:nvCxnSpPr>
        <p:spPr>
          <a:xfrm>
            <a:off x="204480" y="721440"/>
            <a:ext cx="8744760" cy="1008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361" name="PlaceHolder 2"/>
          <p:cNvSpPr>
            <a:spLocks noGrp="1"/>
          </p:cNvSpPr>
          <p:nvPr>
            <p:ph type="sldNum" idx="82"/>
          </p:nvPr>
        </p:nvSpPr>
        <p:spPr>
          <a:xfrm>
            <a:off x="8472600" y="463356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7495335-0D82-4442-BC64-FA22E11CA95A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6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/>
          </p:nvPr>
        </p:nvSpPr>
        <p:spPr>
          <a:xfrm>
            <a:off x="343080" y="462600"/>
            <a:ext cx="3397320" cy="45586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TEEs protect the processor: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618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Attempts to avoid malicious activity from the application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618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Font typeface="Times New Roman"/>
              <a:buChar char="•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Still vulnerable to side-channel &amp; replay attacks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Application mode is checked on memory request: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618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Font typeface="Times New Roman"/>
              <a:buChar char="•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Memory regions are assigned to modes with permissions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618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Font typeface="Times New Roman"/>
              <a:buChar char="•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A region in which the mode does not have access is denied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63" name="" descr=""/>
          <p:cNvPicPr/>
          <p:nvPr/>
        </p:nvPicPr>
        <p:blipFill>
          <a:blip r:embed="rId1"/>
          <a:stretch/>
        </p:blipFill>
        <p:spPr>
          <a:xfrm>
            <a:off x="3742920" y="1371600"/>
            <a:ext cx="4905360" cy="3668040"/>
          </a:xfrm>
          <a:prstGeom prst="rect">
            <a:avLst/>
          </a:prstGeom>
          <a:ln w="0">
            <a:noFill/>
          </a:ln>
        </p:spPr>
      </p:pic>
      <p:sp>
        <p:nvSpPr>
          <p:cNvPr id="364" name=""/>
          <p:cNvSpPr/>
          <p:nvPr/>
        </p:nvSpPr>
        <p:spPr>
          <a:xfrm>
            <a:off x="4728600" y="1900800"/>
            <a:ext cx="442440" cy="455040"/>
          </a:xfrm>
          <a:prstGeom prst="roundRect">
            <a:avLst>
              <a:gd name="adj" fmla="val 16667"/>
            </a:avLst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>
            <a:off x="4781160" y="2031480"/>
            <a:ext cx="331200" cy="95400"/>
          </a:xfrm>
          <a:prstGeom prst="roundRect">
            <a:avLst>
              <a:gd name="adj" fmla="val 16667"/>
            </a:avLst>
          </a:prstGeom>
          <a:solidFill>
            <a:srgbClr val="ffff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0" bIns="432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6" name=""/>
          <p:cNvSpPr/>
          <p:nvPr/>
        </p:nvSpPr>
        <p:spPr>
          <a:xfrm>
            <a:off x="4781160" y="2139840"/>
            <a:ext cx="331200" cy="95040"/>
          </a:xfrm>
          <a:prstGeom prst="roundRect">
            <a:avLst>
              <a:gd name="adj" fmla="val 16667"/>
            </a:avLst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2840" bIns="4284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7" name=""/>
          <p:cNvSpPr/>
          <p:nvPr/>
        </p:nvSpPr>
        <p:spPr>
          <a:xfrm>
            <a:off x="4781160" y="2247840"/>
            <a:ext cx="331200" cy="95400"/>
          </a:xfrm>
          <a:prstGeom prst="roundRect">
            <a:avLst>
              <a:gd name="adj" fmla="val 16667"/>
            </a:avLst>
          </a:prstGeom>
          <a:solidFill>
            <a:srgbClr val="ffb66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0" bIns="432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8" name=""/>
          <p:cNvSpPr/>
          <p:nvPr/>
        </p:nvSpPr>
        <p:spPr>
          <a:xfrm>
            <a:off x="5916600" y="1901160"/>
            <a:ext cx="442440" cy="455040"/>
          </a:xfrm>
          <a:prstGeom prst="roundRect">
            <a:avLst>
              <a:gd name="adj" fmla="val 16667"/>
            </a:avLst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9" name=""/>
          <p:cNvSpPr/>
          <p:nvPr/>
        </p:nvSpPr>
        <p:spPr>
          <a:xfrm>
            <a:off x="5969160" y="2031840"/>
            <a:ext cx="331200" cy="95400"/>
          </a:xfrm>
          <a:prstGeom prst="roundRect">
            <a:avLst>
              <a:gd name="adj" fmla="val 16667"/>
            </a:avLst>
          </a:prstGeom>
          <a:solidFill>
            <a:srgbClr val="ffff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0" bIns="432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0" name=""/>
          <p:cNvSpPr/>
          <p:nvPr/>
        </p:nvSpPr>
        <p:spPr>
          <a:xfrm>
            <a:off x="5969160" y="2140200"/>
            <a:ext cx="331200" cy="95040"/>
          </a:xfrm>
          <a:prstGeom prst="roundRect">
            <a:avLst>
              <a:gd name="adj" fmla="val 16667"/>
            </a:avLst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2840" bIns="4284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1" name=""/>
          <p:cNvSpPr/>
          <p:nvPr/>
        </p:nvSpPr>
        <p:spPr>
          <a:xfrm>
            <a:off x="5969160" y="2248200"/>
            <a:ext cx="331200" cy="95400"/>
          </a:xfrm>
          <a:prstGeom prst="roundRect">
            <a:avLst>
              <a:gd name="adj" fmla="val 16667"/>
            </a:avLst>
          </a:prstGeom>
          <a:solidFill>
            <a:srgbClr val="ffb66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0" bIns="432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2" name=""/>
          <p:cNvSpPr/>
          <p:nvPr/>
        </p:nvSpPr>
        <p:spPr>
          <a:xfrm flipH="1">
            <a:off x="6361200" y="2057400"/>
            <a:ext cx="496800" cy="360"/>
          </a:xfrm>
          <a:prstGeom prst="line">
            <a:avLst/>
          </a:prstGeom>
          <a:ln w="18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3" name=""/>
          <p:cNvSpPr/>
          <p:nvPr/>
        </p:nvSpPr>
        <p:spPr>
          <a:xfrm>
            <a:off x="6906600" y="1949400"/>
            <a:ext cx="455040" cy="230040"/>
          </a:xfrm>
          <a:prstGeom prst="rect">
            <a:avLst/>
          </a:prstGeom>
          <a:noFill/>
          <a:ln w="18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000000"/>
                </a:solidFill>
                <a:uFillTx/>
                <a:latin typeface="Arial"/>
              </a:rPr>
              <a:t>PMP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800" cy="9133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Physical Memory Protection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375" name="Google Shape;114;p 4"/>
          <p:cNvCxnSpPr/>
          <p:nvPr/>
        </p:nvCxnSpPr>
        <p:spPr>
          <a:xfrm>
            <a:off x="204480" y="721440"/>
            <a:ext cx="8744760" cy="1008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376" name="PlaceHolder 2"/>
          <p:cNvSpPr>
            <a:spLocks noGrp="1"/>
          </p:cNvSpPr>
          <p:nvPr>
            <p:ph type="sldNum" idx="83"/>
          </p:nvPr>
        </p:nvSpPr>
        <p:spPr>
          <a:xfrm>
            <a:off x="8472600" y="463356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D256116-311A-4420-B410-EB165F6672AB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7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/>
          </p:nvPr>
        </p:nvSpPr>
        <p:spPr>
          <a:xfrm>
            <a:off x="343080" y="842400"/>
            <a:ext cx="3397320" cy="41788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Each core has a PMP table: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618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Stores the address range along with the pmpCfg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pmpCfg determines: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618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Permissions, address matching, &amp; locking with space for extra bits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PMP checks walk the table &amp; match the request address with each stored entries A field &amp; respective address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78" name="" descr=""/>
          <p:cNvPicPr/>
          <p:nvPr/>
        </p:nvPicPr>
        <p:blipFill>
          <a:blip r:embed="rId1"/>
          <a:stretch/>
        </p:blipFill>
        <p:spPr>
          <a:xfrm>
            <a:off x="4146480" y="4123800"/>
            <a:ext cx="4537800" cy="684000"/>
          </a:xfrm>
          <a:prstGeom prst="rect">
            <a:avLst/>
          </a:prstGeom>
          <a:ln w="0">
            <a:noFill/>
          </a:ln>
        </p:spPr>
      </p:pic>
      <p:sp>
        <p:nvSpPr>
          <p:cNvPr id="379" name=""/>
          <p:cNvSpPr/>
          <p:nvPr/>
        </p:nvSpPr>
        <p:spPr>
          <a:xfrm flipH="1" flipV="1">
            <a:off x="4114800" y="3429000"/>
            <a:ext cx="1600200" cy="82980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 flipV="1">
            <a:off x="6543000" y="3429000"/>
            <a:ext cx="543600" cy="83016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1" name=""/>
          <p:cNvSpPr/>
          <p:nvPr/>
        </p:nvSpPr>
        <p:spPr>
          <a:xfrm flipV="1">
            <a:off x="5607000" y="2057400"/>
            <a:ext cx="360" cy="79776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82" name="" descr=""/>
          <p:cNvPicPr/>
          <p:nvPr/>
        </p:nvPicPr>
        <p:blipFill>
          <a:blip r:embed="rId2"/>
          <a:stretch/>
        </p:blipFill>
        <p:spPr>
          <a:xfrm>
            <a:off x="4124520" y="2658600"/>
            <a:ext cx="3033360" cy="911880"/>
          </a:xfrm>
          <a:prstGeom prst="rect">
            <a:avLst/>
          </a:prstGeom>
          <a:ln w="0">
            <a:noFill/>
          </a:ln>
        </p:spPr>
      </p:pic>
      <p:pic>
        <p:nvPicPr>
          <p:cNvPr id="383" name="" descr=""/>
          <p:cNvPicPr/>
          <p:nvPr/>
        </p:nvPicPr>
        <p:blipFill>
          <a:blip r:embed="rId3"/>
          <a:stretch/>
        </p:blipFill>
        <p:spPr>
          <a:xfrm>
            <a:off x="4188600" y="924840"/>
            <a:ext cx="3197880" cy="1401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800" cy="9133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Secure Memory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385" name="Google Shape;114;p19"/>
          <p:cNvCxnSpPr/>
          <p:nvPr/>
        </p:nvCxnSpPr>
        <p:spPr>
          <a:xfrm>
            <a:off x="204480" y="721440"/>
            <a:ext cx="8744760" cy="1008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386" name="PlaceHolder 2"/>
          <p:cNvSpPr>
            <a:spLocks noGrp="1"/>
          </p:cNvSpPr>
          <p:nvPr>
            <p:ph type="sldNum" idx="84"/>
          </p:nvPr>
        </p:nvSpPr>
        <p:spPr>
          <a:xfrm>
            <a:off x="8472600" y="463356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54C2D5B-78A1-4963-87CA-62085F12CFEB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8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87" name="PlaceHolder 3"/>
          <p:cNvSpPr>
            <a:spLocks noGrp="1"/>
          </p:cNvSpPr>
          <p:nvPr>
            <p:ph/>
          </p:nvPr>
        </p:nvSpPr>
        <p:spPr>
          <a:xfrm>
            <a:off x="343080" y="606600"/>
            <a:ext cx="4683960" cy="43239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Base Assumption</a:t>
            </a:r>
            <a:r>
              <a:rPr b="0" lang="en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: off-chip data is untrusted &amp; requires verification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618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  <a:tabLst>
                <a:tab algn="l" pos="0"/>
              </a:tabLst>
            </a:pP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Secure memory protects data / memory devices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618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Times New Roman"/>
              <a:buChar char="•"/>
              <a:tabLst>
                <a:tab algn="l" pos="0"/>
              </a:tabLst>
            </a:pP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Builds a hash (</a:t>
            </a:r>
            <a:r>
              <a:rPr b="0" lang="en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merkle</a:t>
            </a:r>
            <a:r>
              <a:rPr b="0" lang="en" sz="2100" strike="noStrike" u="none" baseline="33000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[2]</a:t>
            </a: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) tree, the root of which is always stored on-chip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Built over data &amp; metadata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Nodes can be stored in a metadata cache to reduce fetch latency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8" name=""/>
          <p:cNvSpPr/>
          <p:nvPr/>
        </p:nvSpPr>
        <p:spPr>
          <a:xfrm flipV="1">
            <a:off x="5970960" y="4090680"/>
            <a:ext cx="360" cy="50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389" name=""/>
          <p:cNvSpPr/>
          <p:nvPr/>
        </p:nvSpPr>
        <p:spPr>
          <a:xfrm flipV="1">
            <a:off x="6418440" y="4105800"/>
            <a:ext cx="720" cy="50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390" name=""/>
          <p:cNvSpPr/>
          <p:nvPr/>
        </p:nvSpPr>
        <p:spPr>
          <a:xfrm flipV="1">
            <a:off x="6865560" y="4105800"/>
            <a:ext cx="720" cy="50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391" name=""/>
          <p:cNvSpPr/>
          <p:nvPr/>
        </p:nvSpPr>
        <p:spPr>
          <a:xfrm flipV="1">
            <a:off x="7256880" y="4105800"/>
            <a:ext cx="360" cy="50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392" name=""/>
          <p:cNvSpPr/>
          <p:nvPr/>
        </p:nvSpPr>
        <p:spPr>
          <a:xfrm flipV="1">
            <a:off x="7983360" y="4105800"/>
            <a:ext cx="360" cy="50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393" name=""/>
          <p:cNvSpPr/>
          <p:nvPr/>
        </p:nvSpPr>
        <p:spPr>
          <a:xfrm rot="5400000">
            <a:off x="5640840" y="4544280"/>
            <a:ext cx="689760" cy="34272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data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4" name=""/>
          <p:cNvSpPr/>
          <p:nvPr/>
        </p:nvSpPr>
        <p:spPr>
          <a:xfrm rot="5400000">
            <a:off x="6078240" y="4544280"/>
            <a:ext cx="689760" cy="34272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data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5" name=""/>
          <p:cNvSpPr/>
          <p:nvPr/>
        </p:nvSpPr>
        <p:spPr>
          <a:xfrm rot="5400000">
            <a:off x="6516360" y="4544280"/>
            <a:ext cx="689760" cy="3423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data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6" name=""/>
          <p:cNvSpPr/>
          <p:nvPr/>
        </p:nvSpPr>
        <p:spPr>
          <a:xfrm rot="5400000">
            <a:off x="6899400" y="4544280"/>
            <a:ext cx="689760" cy="34272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data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7" name=""/>
          <p:cNvSpPr/>
          <p:nvPr/>
        </p:nvSpPr>
        <p:spPr>
          <a:xfrm rot="5400000">
            <a:off x="7663680" y="4544280"/>
            <a:ext cx="689760" cy="3423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data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8" name=""/>
          <p:cNvSpPr/>
          <p:nvPr/>
        </p:nvSpPr>
        <p:spPr>
          <a:xfrm>
            <a:off x="7031520" y="1406160"/>
            <a:ext cx="720" cy="6505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9" name=""/>
          <p:cNvSpPr/>
          <p:nvPr/>
        </p:nvSpPr>
        <p:spPr>
          <a:xfrm>
            <a:off x="7031520" y="1406160"/>
            <a:ext cx="654120" cy="315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0" name=""/>
          <p:cNvSpPr/>
          <p:nvPr/>
        </p:nvSpPr>
        <p:spPr>
          <a:xfrm flipH="1">
            <a:off x="6266160" y="1406160"/>
            <a:ext cx="765360" cy="315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1" name=""/>
          <p:cNvSpPr/>
          <p:nvPr/>
        </p:nvSpPr>
        <p:spPr>
          <a:xfrm flipH="1">
            <a:off x="6921360" y="2028240"/>
            <a:ext cx="106200" cy="5464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2" name=""/>
          <p:cNvSpPr/>
          <p:nvPr/>
        </p:nvSpPr>
        <p:spPr>
          <a:xfrm>
            <a:off x="6732720" y="2448000"/>
            <a:ext cx="350280" cy="35028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3" name=""/>
          <p:cNvSpPr/>
          <p:nvPr/>
        </p:nvSpPr>
        <p:spPr>
          <a:xfrm rot="5400000">
            <a:off x="5575680" y="3417120"/>
            <a:ext cx="821160" cy="3423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hmac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4" name=""/>
          <p:cNvSpPr/>
          <p:nvPr/>
        </p:nvSpPr>
        <p:spPr>
          <a:xfrm rot="5400000">
            <a:off x="6023160" y="3416760"/>
            <a:ext cx="821160" cy="34272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hmac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5" name=""/>
          <p:cNvSpPr/>
          <p:nvPr/>
        </p:nvSpPr>
        <p:spPr>
          <a:xfrm rot="5400000">
            <a:off x="6470280" y="3416760"/>
            <a:ext cx="821160" cy="34272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hmac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6" name=""/>
          <p:cNvSpPr/>
          <p:nvPr/>
        </p:nvSpPr>
        <p:spPr>
          <a:xfrm rot="5400000">
            <a:off x="6861600" y="3417120"/>
            <a:ext cx="821160" cy="3423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hmac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7" name=""/>
          <p:cNvSpPr/>
          <p:nvPr/>
        </p:nvSpPr>
        <p:spPr>
          <a:xfrm rot="5400000">
            <a:off x="7588080" y="3417120"/>
            <a:ext cx="821160" cy="3423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hmac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8" name=""/>
          <p:cNvSpPr/>
          <p:nvPr/>
        </p:nvSpPr>
        <p:spPr>
          <a:xfrm>
            <a:off x="7027560" y="2028240"/>
            <a:ext cx="303120" cy="5515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9" name=""/>
          <p:cNvSpPr/>
          <p:nvPr/>
        </p:nvSpPr>
        <p:spPr>
          <a:xfrm>
            <a:off x="7123680" y="2448000"/>
            <a:ext cx="350640" cy="35028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0" name=""/>
          <p:cNvSpPr/>
          <p:nvPr/>
        </p:nvSpPr>
        <p:spPr>
          <a:xfrm flipH="1">
            <a:off x="6027480" y="1869840"/>
            <a:ext cx="238680" cy="6339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1" name=""/>
          <p:cNvSpPr/>
          <p:nvPr/>
        </p:nvSpPr>
        <p:spPr>
          <a:xfrm>
            <a:off x="6216120" y="1844280"/>
            <a:ext cx="232200" cy="7588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2" name=""/>
          <p:cNvSpPr/>
          <p:nvPr/>
        </p:nvSpPr>
        <p:spPr>
          <a:xfrm>
            <a:off x="7685640" y="1869840"/>
            <a:ext cx="327960" cy="5781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3" name=""/>
          <p:cNvSpPr/>
          <p:nvPr/>
        </p:nvSpPr>
        <p:spPr>
          <a:xfrm>
            <a:off x="7515000" y="1721160"/>
            <a:ext cx="350640" cy="3506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4" name=""/>
          <p:cNvSpPr/>
          <p:nvPr/>
        </p:nvSpPr>
        <p:spPr>
          <a:xfrm>
            <a:off x="6285600" y="2448000"/>
            <a:ext cx="350280" cy="35028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5" name=""/>
          <p:cNvSpPr/>
          <p:nvPr/>
        </p:nvSpPr>
        <p:spPr>
          <a:xfrm>
            <a:off x="7850160" y="2448000"/>
            <a:ext cx="350640" cy="35028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6" name=""/>
          <p:cNvSpPr/>
          <p:nvPr/>
        </p:nvSpPr>
        <p:spPr>
          <a:xfrm>
            <a:off x="5838480" y="2448000"/>
            <a:ext cx="350640" cy="35028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7" name=""/>
          <p:cNvSpPr/>
          <p:nvPr/>
        </p:nvSpPr>
        <p:spPr>
          <a:xfrm>
            <a:off x="6062040" y="1721160"/>
            <a:ext cx="350280" cy="3506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8" name=""/>
          <p:cNvSpPr/>
          <p:nvPr/>
        </p:nvSpPr>
        <p:spPr>
          <a:xfrm>
            <a:off x="6844320" y="1721160"/>
            <a:ext cx="350640" cy="3506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9" name=""/>
          <p:cNvSpPr/>
          <p:nvPr/>
        </p:nvSpPr>
        <p:spPr>
          <a:xfrm flipV="1">
            <a:off x="5967000" y="2802600"/>
            <a:ext cx="720" cy="3751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0" name=""/>
          <p:cNvSpPr/>
          <p:nvPr/>
        </p:nvSpPr>
        <p:spPr>
          <a:xfrm flipV="1">
            <a:off x="6469920" y="2803320"/>
            <a:ext cx="720" cy="3747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1" name=""/>
          <p:cNvSpPr/>
          <p:nvPr/>
        </p:nvSpPr>
        <p:spPr>
          <a:xfrm flipV="1">
            <a:off x="6861240" y="2803320"/>
            <a:ext cx="360" cy="3747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2" name=""/>
          <p:cNvSpPr/>
          <p:nvPr/>
        </p:nvSpPr>
        <p:spPr>
          <a:xfrm flipV="1">
            <a:off x="7308360" y="2803320"/>
            <a:ext cx="360" cy="3747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3" name=""/>
          <p:cNvSpPr/>
          <p:nvPr/>
        </p:nvSpPr>
        <p:spPr>
          <a:xfrm flipV="1">
            <a:off x="8034840" y="2803320"/>
            <a:ext cx="360" cy="3747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4" name=""/>
          <p:cNvSpPr/>
          <p:nvPr/>
        </p:nvSpPr>
        <p:spPr>
          <a:xfrm>
            <a:off x="6700320" y="981000"/>
            <a:ext cx="648720" cy="528120"/>
          </a:xfrm>
          <a:prstGeom prst="ellipse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Arial"/>
              </a:rPr>
              <a:t>root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800" cy="4330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Counter-Mode based Encryption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426" name="Google Shape;114;p 16"/>
          <p:cNvCxnSpPr/>
          <p:nvPr/>
        </p:nvCxnSpPr>
        <p:spPr>
          <a:xfrm>
            <a:off x="204480" y="721440"/>
            <a:ext cx="8744760" cy="1008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427" name="PlaceHolder 2"/>
          <p:cNvSpPr>
            <a:spLocks noGrp="1"/>
          </p:cNvSpPr>
          <p:nvPr>
            <p:ph type="sldNum" idx="85"/>
          </p:nvPr>
        </p:nvSpPr>
        <p:spPr>
          <a:xfrm>
            <a:off x="8364600" y="456156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A27A5CA-64C0-4276-A489-201175A215D8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9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/>
          </p:nvPr>
        </p:nvSpPr>
        <p:spPr>
          <a:xfrm>
            <a:off x="379080" y="750600"/>
            <a:ext cx="4227120" cy="26766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HMACs are produced through the xor of a one-time pad &amp; the plaintext: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One-time pad is generated with a hardware key and a write-incremented counter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Tree must be re-hashed when counters overflow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Counter incrementing methods reduce the frequency of rehashing the tree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9" name=""/>
          <p:cNvSpPr/>
          <p:nvPr/>
        </p:nvSpPr>
        <p:spPr>
          <a:xfrm>
            <a:off x="6220800" y="1769400"/>
            <a:ext cx="912600" cy="684000"/>
          </a:xfrm>
          <a:prstGeom prst="roundRect">
            <a:avLst>
              <a:gd name="adj" fmla="val 16667"/>
            </a:avLst>
          </a:prstGeom>
          <a:noFill/>
          <a:ln w="183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AES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0" name=""/>
          <p:cNvSpPr/>
          <p:nvPr/>
        </p:nvSpPr>
        <p:spPr>
          <a:xfrm>
            <a:off x="4776840" y="1998000"/>
            <a:ext cx="912960" cy="286920"/>
          </a:xfrm>
          <a:prstGeom prst="rect">
            <a:avLst/>
          </a:prstGeom>
          <a:noFill/>
          <a:ln w="18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HW key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1" name=""/>
          <p:cNvSpPr/>
          <p:nvPr/>
        </p:nvSpPr>
        <p:spPr>
          <a:xfrm>
            <a:off x="5607000" y="2154600"/>
            <a:ext cx="457200" cy="360"/>
          </a:xfrm>
          <a:prstGeom prst="line">
            <a:avLst/>
          </a:prstGeom>
          <a:ln w="18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2" name=""/>
          <p:cNvSpPr/>
          <p:nvPr/>
        </p:nvSpPr>
        <p:spPr>
          <a:xfrm>
            <a:off x="6396840" y="1026000"/>
            <a:ext cx="615960" cy="286920"/>
          </a:xfrm>
          <a:prstGeom prst="rect">
            <a:avLst/>
          </a:prstGeom>
          <a:noFill/>
          <a:ln w="18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seed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3" name=""/>
          <p:cNvSpPr/>
          <p:nvPr/>
        </p:nvSpPr>
        <p:spPr>
          <a:xfrm>
            <a:off x="6678000" y="1278720"/>
            <a:ext cx="360" cy="454680"/>
          </a:xfrm>
          <a:prstGeom prst="line">
            <a:avLst/>
          </a:prstGeom>
          <a:ln w="18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4" name=""/>
          <p:cNvSpPr/>
          <p:nvPr/>
        </p:nvSpPr>
        <p:spPr>
          <a:xfrm>
            <a:off x="6341400" y="3717000"/>
            <a:ext cx="684000" cy="684000"/>
          </a:xfrm>
          <a:prstGeom prst="ellipse">
            <a:avLst/>
          </a:prstGeom>
          <a:solidFill>
            <a:srgbClr val="ffffff"/>
          </a:solidFill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Arial"/>
              </a:rPr>
              <a:t>XOR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5" name=""/>
          <p:cNvSpPr/>
          <p:nvPr/>
        </p:nvSpPr>
        <p:spPr>
          <a:xfrm>
            <a:off x="6180840" y="2826360"/>
            <a:ext cx="965160" cy="683640"/>
          </a:xfrm>
          <a:prstGeom prst="rect">
            <a:avLst/>
          </a:prstGeom>
          <a:noFill/>
          <a:ln w="18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One-time pad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6" name=""/>
          <p:cNvSpPr/>
          <p:nvPr/>
        </p:nvSpPr>
        <p:spPr>
          <a:xfrm>
            <a:off x="6678000" y="3321000"/>
            <a:ext cx="360" cy="356760"/>
          </a:xfrm>
          <a:prstGeom prst="line">
            <a:avLst/>
          </a:prstGeom>
          <a:ln w="18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7" name=""/>
          <p:cNvSpPr/>
          <p:nvPr/>
        </p:nvSpPr>
        <p:spPr>
          <a:xfrm>
            <a:off x="6678000" y="2488680"/>
            <a:ext cx="360" cy="356760"/>
          </a:xfrm>
          <a:prstGeom prst="line">
            <a:avLst/>
          </a:prstGeom>
          <a:ln w="18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8" name=""/>
          <p:cNvSpPr/>
          <p:nvPr/>
        </p:nvSpPr>
        <p:spPr>
          <a:xfrm>
            <a:off x="4776840" y="3870000"/>
            <a:ext cx="912960" cy="286920"/>
          </a:xfrm>
          <a:prstGeom prst="rect">
            <a:avLst/>
          </a:prstGeom>
          <a:noFill/>
          <a:ln w="18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plaintext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9" name=""/>
          <p:cNvSpPr/>
          <p:nvPr/>
        </p:nvSpPr>
        <p:spPr>
          <a:xfrm>
            <a:off x="5607000" y="4026600"/>
            <a:ext cx="457200" cy="360"/>
          </a:xfrm>
          <a:prstGeom prst="line">
            <a:avLst/>
          </a:prstGeom>
          <a:ln w="18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0" name=""/>
          <p:cNvSpPr/>
          <p:nvPr/>
        </p:nvSpPr>
        <p:spPr>
          <a:xfrm>
            <a:off x="7656840" y="3870000"/>
            <a:ext cx="1017360" cy="485280"/>
          </a:xfrm>
          <a:prstGeom prst="rect">
            <a:avLst/>
          </a:prstGeom>
          <a:noFill/>
          <a:ln w="18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cipher text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1" name=""/>
          <p:cNvSpPr/>
          <p:nvPr/>
        </p:nvSpPr>
        <p:spPr>
          <a:xfrm>
            <a:off x="7155000" y="4026600"/>
            <a:ext cx="457200" cy="360"/>
          </a:xfrm>
          <a:prstGeom prst="line">
            <a:avLst/>
          </a:prstGeom>
          <a:ln w="18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800" cy="9133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Secure Memory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443" name="Google Shape;114;p 15"/>
          <p:cNvCxnSpPr/>
          <p:nvPr/>
        </p:nvCxnSpPr>
        <p:spPr>
          <a:xfrm>
            <a:off x="204480" y="721440"/>
            <a:ext cx="8744760" cy="1008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444" name="PlaceHolder 2"/>
          <p:cNvSpPr>
            <a:spLocks noGrp="1"/>
          </p:cNvSpPr>
          <p:nvPr>
            <p:ph type="sldNum" idx="86"/>
          </p:nvPr>
        </p:nvSpPr>
        <p:spPr>
          <a:xfrm>
            <a:off x="8472600" y="463356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6794C02-1C0D-400E-92A5-CC206033395D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10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/>
          </p:nvPr>
        </p:nvSpPr>
        <p:spPr>
          <a:xfrm>
            <a:off x="343080" y="606600"/>
            <a:ext cx="3998160" cy="43239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Process: </a:t>
            </a:r>
            <a:r>
              <a:rPr b="0" lang="en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Off-chip data is signed with a counter, cryptographically hashed and stored in a merkle tree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Memory blocks are fetched, hashed and compared against each successive parent node from the data leaves up to the secure root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6" name=""/>
          <p:cNvSpPr/>
          <p:nvPr/>
        </p:nvSpPr>
        <p:spPr>
          <a:xfrm flipV="1">
            <a:off x="7133400" y="3726000"/>
            <a:ext cx="360" cy="325800"/>
          </a:xfrm>
          <a:prstGeom prst="line">
            <a:avLst/>
          </a:prstGeom>
          <a:ln w="38160">
            <a:solidFill>
              <a:srgbClr val="77bc6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447" name=""/>
          <p:cNvSpPr/>
          <p:nvPr/>
        </p:nvSpPr>
        <p:spPr>
          <a:xfrm flipV="1">
            <a:off x="7421760" y="373572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448" name=""/>
          <p:cNvSpPr/>
          <p:nvPr/>
        </p:nvSpPr>
        <p:spPr>
          <a:xfrm flipV="1">
            <a:off x="7709760" y="373572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449" name=""/>
          <p:cNvSpPr/>
          <p:nvPr/>
        </p:nvSpPr>
        <p:spPr>
          <a:xfrm flipV="1">
            <a:off x="7961760" y="373572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450" name=""/>
          <p:cNvSpPr/>
          <p:nvPr/>
        </p:nvSpPr>
        <p:spPr>
          <a:xfrm flipV="1">
            <a:off x="8429760" y="373572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451" name=""/>
          <p:cNvSpPr/>
          <p:nvPr/>
        </p:nvSpPr>
        <p:spPr>
          <a:xfrm>
            <a:off x="5712480" y="1368000"/>
            <a:ext cx="2747520" cy="1077120"/>
          </a:xfrm>
          <a:prstGeom prst="roundRect">
            <a:avLst>
              <a:gd name="adj" fmla="val 16667"/>
            </a:avLst>
          </a:prstGeom>
          <a:solidFill>
            <a:srgbClr val="ffb66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2" name=""/>
          <p:cNvSpPr/>
          <p:nvPr/>
        </p:nvSpPr>
        <p:spPr>
          <a:xfrm>
            <a:off x="5487120" y="1049040"/>
            <a:ext cx="774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SOC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3" name=""/>
          <p:cNvSpPr/>
          <p:nvPr/>
        </p:nvSpPr>
        <p:spPr>
          <a:xfrm>
            <a:off x="7696080" y="1767600"/>
            <a:ext cx="225000" cy="225000"/>
          </a:xfrm>
          <a:prstGeom prst="ellipse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4" name=""/>
          <p:cNvSpPr/>
          <p:nvPr/>
        </p:nvSpPr>
        <p:spPr>
          <a:xfrm rot="5400000">
            <a:off x="6921360" y="4017960"/>
            <a:ext cx="4435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data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5" name=""/>
          <p:cNvSpPr/>
          <p:nvPr/>
        </p:nvSpPr>
        <p:spPr>
          <a:xfrm rot="5400000">
            <a:off x="7203240" y="4017960"/>
            <a:ext cx="4435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data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6" name=""/>
          <p:cNvSpPr/>
          <p:nvPr/>
        </p:nvSpPr>
        <p:spPr>
          <a:xfrm rot="5400000">
            <a:off x="7485480" y="4017960"/>
            <a:ext cx="4435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data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7" name=""/>
          <p:cNvSpPr/>
          <p:nvPr/>
        </p:nvSpPr>
        <p:spPr>
          <a:xfrm rot="5400000">
            <a:off x="7732080" y="4017960"/>
            <a:ext cx="4435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data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8" name=""/>
          <p:cNvSpPr/>
          <p:nvPr/>
        </p:nvSpPr>
        <p:spPr>
          <a:xfrm rot="5400000">
            <a:off x="8224560" y="4017960"/>
            <a:ext cx="4435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data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9" name=""/>
          <p:cNvSpPr/>
          <p:nvPr/>
        </p:nvSpPr>
        <p:spPr>
          <a:xfrm>
            <a:off x="7816680" y="1996560"/>
            <a:ext cx="360" cy="419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0" name=""/>
          <p:cNvSpPr/>
          <p:nvPr/>
        </p:nvSpPr>
        <p:spPr>
          <a:xfrm>
            <a:off x="7816680" y="1996560"/>
            <a:ext cx="421200" cy="203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1" name=""/>
          <p:cNvSpPr/>
          <p:nvPr/>
        </p:nvSpPr>
        <p:spPr>
          <a:xfrm flipH="1">
            <a:off x="7323480" y="1996560"/>
            <a:ext cx="493200" cy="203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2" name=""/>
          <p:cNvSpPr/>
          <p:nvPr/>
        </p:nvSpPr>
        <p:spPr>
          <a:xfrm flipH="1">
            <a:off x="7745760" y="2397240"/>
            <a:ext cx="68400" cy="3520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3" name=""/>
          <p:cNvSpPr/>
          <p:nvPr/>
        </p:nvSpPr>
        <p:spPr>
          <a:xfrm>
            <a:off x="7624080" y="2667600"/>
            <a:ext cx="225000" cy="225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4" name=""/>
          <p:cNvSpPr/>
          <p:nvPr/>
        </p:nvSpPr>
        <p:spPr>
          <a:xfrm rot="5400000">
            <a:off x="6879600" y="3291840"/>
            <a:ext cx="528120" cy="219960"/>
          </a:xfrm>
          <a:prstGeom prst="rect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hmac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5" name=""/>
          <p:cNvSpPr/>
          <p:nvPr/>
        </p:nvSpPr>
        <p:spPr>
          <a:xfrm rot="5400000">
            <a:off x="7167960" y="3291840"/>
            <a:ext cx="5281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hmac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6" name=""/>
          <p:cNvSpPr/>
          <p:nvPr/>
        </p:nvSpPr>
        <p:spPr>
          <a:xfrm rot="5400000">
            <a:off x="7455960" y="3291840"/>
            <a:ext cx="5281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hmac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7" name=""/>
          <p:cNvSpPr/>
          <p:nvPr/>
        </p:nvSpPr>
        <p:spPr>
          <a:xfrm rot="5400000">
            <a:off x="7707960" y="3291840"/>
            <a:ext cx="5281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hmac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8" name=""/>
          <p:cNvSpPr/>
          <p:nvPr/>
        </p:nvSpPr>
        <p:spPr>
          <a:xfrm rot="5400000">
            <a:off x="8175960" y="3291840"/>
            <a:ext cx="5281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hmac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9" name=""/>
          <p:cNvSpPr/>
          <p:nvPr/>
        </p:nvSpPr>
        <p:spPr>
          <a:xfrm>
            <a:off x="7814160" y="2397240"/>
            <a:ext cx="195120" cy="3553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0" name=""/>
          <p:cNvSpPr/>
          <p:nvPr/>
        </p:nvSpPr>
        <p:spPr>
          <a:xfrm>
            <a:off x="7876080" y="2667600"/>
            <a:ext cx="225000" cy="225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1" name=""/>
          <p:cNvSpPr/>
          <p:nvPr/>
        </p:nvSpPr>
        <p:spPr>
          <a:xfrm flipH="1">
            <a:off x="7169760" y="2295360"/>
            <a:ext cx="153720" cy="4082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2" name=""/>
          <p:cNvSpPr/>
          <p:nvPr/>
        </p:nvSpPr>
        <p:spPr>
          <a:xfrm>
            <a:off x="7291440" y="2278800"/>
            <a:ext cx="149400" cy="4888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3" name=""/>
          <p:cNvSpPr/>
          <p:nvPr/>
        </p:nvSpPr>
        <p:spPr>
          <a:xfrm>
            <a:off x="8237880" y="2295360"/>
            <a:ext cx="211320" cy="3722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4" name=""/>
          <p:cNvSpPr/>
          <p:nvPr/>
        </p:nvSpPr>
        <p:spPr>
          <a:xfrm>
            <a:off x="8128080" y="2199600"/>
            <a:ext cx="225000" cy="225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5" name=""/>
          <p:cNvSpPr/>
          <p:nvPr/>
        </p:nvSpPr>
        <p:spPr>
          <a:xfrm>
            <a:off x="7336080" y="2667600"/>
            <a:ext cx="225000" cy="225000"/>
          </a:xfrm>
          <a:prstGeom prst="ellipse">
            <a:avLst/>
          </a:prstGeom>
          <a:solidFill>
            <a:srgbClr val="5983b0"/>
          </a:solidFill>
          <a:ln w="0">
            <a:solidFill>
              <a:srgbClr val="5983b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76" name=""/>
          <p:cNvSpPr/>
          <p:nvPr/>
        </p:nvSpPr>
        <p:spPr>
          <a:xfrm>
            <a:off x="8344080" y="2667600"/>
            <a:ext cx="225000" cy="225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7" name=""/>
          <p:cNvSpPr/>
          <p:nvPr/>
        </p:nvSpPr>
        <p:spPr>
          <a:xfrm>
            <a:off x="7048080" y="2667600"/>
            <a:ext cx="225000" cy="225000"/>
          </a:xfrm>
          <a:prstGeom prst="ellipse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8" name=""/>
          <p:cNvSpPr/>
          <p:nvPr/>
        </p:nvSpPr>
        <p:spPr>
          <a:xfrm>
            <a:off x="7192080" y="2199600"/>
            <a:ext cx="225000" cy="225000"/>
          </a:xfrm>
          <a:prstGeom prst="ellipse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9" name=""/>
          <p:cNvSpPr/>
          <p:nvPr/>
        </p:nvSpPr>
        <p:spPr>
          <a:xfrm>
            <a:off x="7696080" y="2199600"/>
            <a:ext cx="225000" cy="225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0" name=""/>
          <p:cNvSpPr/>
          <p:nvPr/>
        </p:nvSpPr>
        <p:spPr>
          <a:xfrm flipV="1">
            <a:off x="7130880" y="289620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1" name=""/>
          <p:cNvSpPr/>
          <p:nvPr/>
        </p:nvSpPr>
        <p:spPr>
          <a:xfrm flipV="1">
            <a:off x="7454880" y="289656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2" name=""/>
          <p:cNvSpPr/>
          <p:nvPr/>
        </p:nvSpPr>
        <p:spPr>
          <a:xfrm flipV="1">
            <a:off x="7706880" y="289656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3" name=""/>
          <p:cNvSpPr/>
          <p:nvPr/>
        </p:nvSpPr>
        <p:spPr>
          <a:xfrm flipV="1">
            <a:off x="7994880" y="289656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4" name=""/>
          <p:cNvSpPr/>
          <p:nvPr/>
        </p:nvSpPr>
        <p:spPr>
          <a:xfrm flipV="1">
            <a:off x="8462880" y="289656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5" name=""/>
          <p:cNvSpPr/>
          <p:nvPr/>
        </p:nvSpPr>
        <p:spPr>
          <a:xfrm>
            <a:off x="5494320" y="1103760"/>
            <a:ext cx="3198240" cy="1369440"/>
          </a:xfrm>
          <a:prstGeom prst="roundRect">
            <a:avLst>
              <a:gd name="adj" fmla="val 16667"/>
            </a:avLst>
          </a:prstGeom>
          <a:noFill/>
          <a:ln w="18360">
            <a:solidFill>
              <a:srgbClr val="1682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6" name=""/>
          <p:cNvSpPr/>
          <p:nvPr/>
        </p:nvSpPr>
        <p:spPr>
          <a:xfrm>
            <a:off x="5494680" y="2523960"/>
            <a:ext cx="3198240" cy="2055240"/>
          </a:xfrm>
          <a:prstGeom prst="roundRect">
            <a:avLst>
              <a:gd name="adj" fmla="val 16667"/>
            </a:avLst>
          </a:prstGeom>
          <a:noFill/>
          <a:ln w="18360">
            <a:solidFill>
              <a:srgbClr val="5983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7" name=""/>
          <p:cNvSpPr/>
          <p:nvPr/>
        </p:nvSpPr>
        <p:spPr>
          <a:xfrm>
            <a:off x="5659560" y="1376280"/>
            <a:ext cx="1826640" cy="539640"/>
          </a:xfrm>
          <a:prstGeom prst="rect">
            <a:avLst/>
          </a:prstGeom>
          <a:noFill/>
          <a:ln w="18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Metadata-Cache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800" cy="9133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Secure Memory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489" name="Google Shape;114;p 3"/>
          <p:cNvCxnSpPr/>
          <p:nvPr/>
        </p:nvCxnSpPr>
        <p:spPr>
          <a:xfrm>
            <a:off x="204480" y="721440"/>
            <a:ext cx="8744760" cy="1008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490" name="PlaceHolder 2"/>
          <p:cNvSpPr>
            <a:spLocks noGrp="1"/>
          </p:cNvSpPr>
          <p:nvPr>
            <p:ph type="sldNum" idx="87"/>
          </p:nvPr>
        </p:nvSpPr>
        <p:spPr>
          <a:xfrm>
            <a:off x="8472600" y="463356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8820C74-60A4-4434-9E20-2F2CE5D47B5D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91" name="PlaceHolder 3"/>
          <p:cNvSpPr>
            <a:spLocks noGrp="1"/>
          </p:cNvSpPr>
          <p:nvPr>
            <p:ph/>
          </p:nvPr>
        </p:nvSpPr>
        <p:spPr>
          <a:xfrm>
            <a:off x="343080" y="606600"/>
            <a:ext cx="3998160" cy="43239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Process: </a:t>
            </a:r>
            <a:r>
              <a:rPr b="0" lang="en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Off-chip data is signed with a counter, cryptographically hashed and stored in a merkle tree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Memory blocks are fetched, hashed and compared against each successive parent node from the data leaves up to the secure root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This incurs peripheral node fetch latencies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2" name=""/>
          <p:cNvSpPr/>
          <p:nvPr/>
        </p:nvSpPr>
        <p:spPr>
          <a:xfrm flipV="1">
            <a:off x="7129440" y="3721320"/>
            <a:ext cx="360" cy="325800"/>
          </a:xfrm>
          <a:prstGeom prst="line">
            <a:avLst/>
          </a:prstGeom>
          <a:ln w="38160">
            <a:solidFill>
              <a:srgbClr val="77bc6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493" name=""/>
          <p:cNvSpPr/>
          <p:nvPr/>
        </p:nvSpPr>
        <p:spPr>
          <a:xfrm flipV="1">
            <a:off x="7417800" y="3731040"/>
            <a:ext cx="360" cy="325800"/>
          </a:xfrm>
          <a:prstGeom prst="line">
            <a:avLst/>
          </a:prstGeom>
          <a:ln w="38160">
            <a:solidFill>
              <a:srgbClr val="ff383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494" name=""/>
          <p:cNvSpPr/>
          <p:nvPr/>
        </p:nvSpPr>
        <p:spPr>
          <a:xfrm flipV="1">
            <a:off x="7705800" y="373104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495" name=""/>
          <p:cNvSpPr/>
          <p:nvPr/>
        </p:nvSpPr>
        <p:spPr>
          <a:xfrm flipV="1">
            <a:off x="7957800" y="373104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496" name=""/>
          <p:cNvSpPr/>
          <p:nvPr/>
        </p:nvSpPr>
        <p:spPr>
          <a:xfrm flipV="1">
            <a:off x="8425800" y="373104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497" name=""/>
          <p:cNvSpPr/>
          <p:nvPr/>
        </p:nvSpPr>
        <p:spPr>
          <a:xfrm>
            <a:off x="5708520" y="1363320"/>
            <a:ext cx="2747520" cy="1077120"/>
          </a:xfrm>
          <a:prstGeom prst="roundRect">
            <a:avLst>
              <a:gd name="adj" fmla="val 16667"/>
            </a:avLst>
          </a:prstGeom>
          <a:solidFill>
            <a:srgbClr val="ffb66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8" name=""/>
          <p:cNvSpPr/>
          <p:nvPr/>
        </p:nvSpPr>
        <p:spPr>
          <a:xfrm>
            <a:off x="5483160" y="1044360"/>
            <a:ext cx="774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SOC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9" name=""/>
          <p:cNvSpPr/>
          <p:nvPr/>
        </p:nvSpPr>
        <p:spPr>
          <a:xfrm>
            <a:off x="7692120" y="1762920"/>
            <a:ext cx="225000" cy="225000"/>
          </a:xfrm>
          <a:prstGeom prst="ellipse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0" name=""/>
          <p:cNvSpPr/>
          <p:nvPr/>
        </p:nvSpPr>
        <p:spPr>
          <a:xfrm rot="5400000">
            <a:off x="6917400" y="4013280"/>
            <a:ext cx="4435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data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1" name=""/>
          <p:cNvSpPr/>
          <p:nvPr/>
        </p:nvSpPr>
        <p:spPr>
          <a:xfrm rot="5400000">
            <a:off x="7199280" y="4013280"/>
            <a:ext cx="4435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data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2" name=""/>
          <p:cNvSpPr/>
          <p:nvPr/>
        </p:nvSpPr>
        <p:spPr>
          <a:xfrm rot="5400000">
            <a:off x="7481520" y="4013280"/>
            <a:ext cx="4435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data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3" name=""/>
          <p:cNvSpPr/>
          <p:nvPr/>
        </p:nvSpPr>
        <p:spPr>
          <a:xfrm rot="5400000">
            <a:off x="7728120" y="4013280"/>
            <a:ext cx="4435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data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4" name=""/>
          <p:cNvSpPr/>
          <p:nvPr/>
        </p:nvSpPr>
        <p:spPr>
          <a:xfrm rot="5400000">
            <a:off x="8220600" y="4013280"/>
            <a:ext cx="4435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data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5" name=""/>
          <p:cNvSpPr/>
          <p:nvPr/>
        </p:nvSpPr>
        <p:spPr>
          <a:xfrm>
            <a:off x="7812720" y="1991880"/>
            <a:ext cx="360" cy="419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6" name=""/>
          <p:cNvSpPr/>
          <p:nvPr/>
        </p:nvSpPr>
        <p:spPr>
          <a:xfrm>
            <a:off x="7812720" y="1991880"/>
            <a:ext cx="421200" cy="203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7" name=""/>
          <p:cNvSpPr/>
          <p:nvPr/>
        </p:nvSpPr>
        <p:spPr>
          <a:xfrm flipH="1">
            <a:off x="7319520" y="1991880"/>
            <a:ext cx="493200" cy="203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8" name=""/>
          <p:cNvSpPr/>
          <p:nvPr/>
        </p:nvSpPr>
        <p:spPr>
          <a:xfrm flipH="1">
            <a:off x="7741800" y="2392560"/>
            <a:ext cx="68400" cy="3520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9" name=""/>
          <p:cNvSpPr/>
          <p:nvPr/>
        </p:nvSpPr>
        <p:spPr>
          <a:xfrm>
            <a:off x="7620120" y="2662920"/>
            <a:ext cx="225000" cy="225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0" name=""/>
          <p:cNvSpPr/>
          <p:nvPr/>
        </p:nvSpPr>
        <p:spPr>
          <a:xfrm rot="5400000">
            <a:off x="6875640" y="3287160"/>
            <a:ext cx="528120" cy="219960"/>
          </a:xfrm>
          <a:prstGeom prst="rect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hmac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1" name=""/>
          <p:cNvSpPr/>
          <p:nvPr/>
        </p:nvSpPr>
        <p:spPr>
          <a:xfrm rot="5400000">
            <a:off x="7164000" y="3287160"/>
            <a:ext cx="528120" cy="219960"/>
          </a:xfrm>
          <a:prstGeom prst="rect">
            <a:avLst/>
          </a:prstGeom>
          <a:solidFill>
            <a:srgbClr val="ff3838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hmac</a:t>
            </a:r>
            <a:endParaRPr b="0" lang="en-US" sz="10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12" name=""/>
          <p:cNvSpPr/>
          <p:nvPr/>
        </p:nvSpPr>
        <p:spPr>
          <a:xfrm rot="5400000">
            <a:off x="7452000" y="3287160"/>
            <a:ext cx="5281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hmac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3" name=""/>
          <p:cNvSpPr/>
          <p:nvPr/>
        </p:nvSpPr>
        <p:spPr>
          <a:xfrm rot="5400000">
            <a:off x="7704000" y="3287160"/>
            <a:ext cx="5281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hmac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4" name=""/>
          <p:cNvSpPr/>
          <p:nvPr/>
        </p:nvSpPr>
        <p:spPr>
          <a:xfrm rot="5400000">
            <a:off x="8172000" y="3287160"/>
            <a:ext cx="5281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hmac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5" name=""/>
          <p:cNvSpPr/>
          <p:nvPr/>
        </p:nvSpPr>
        <p:spPr>
          <a:xfrm>
            <a:off x="7810200" y="2392560"/>
            <a:ext cx="195120" cy="3553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6" name=""/>
          <p:cNvSpPr/>
          <p:nvPr/>
        </p:nvSpPr>
        <p:spPr>
          <a:xfrm>
            <a:off x="7872120" y="2662920"/>
            <a:ext cx="225000" cy="225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7" name=""/>
          <p:cNvSpPr/>
          <p:nvPr/>
        </p:nvSpPr>
        <p:spPr>
          <a:xfrm flipH="1">
            <a:off x="7165800" y="2290680"/>
            <a:ext cx="153720" cy="4082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8" name=""/>
          <p:cNvSpPr/>
          <p:nvPr/>
        </p:nvSpPr>
        <p:spPr>
          <a:xfrm>
            <a:off x="7287480" y="2274120"/>
            <a:ext cx="149400" cy="4888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9" name=""/>
          <p:cNvSpPr/>
          <p:nvPr/>
        </p:nvSpPr>
        <p:spPr>
          <a:xfrm>
            <a:off x="8233920" y="2290680"/>
            <a:ext cx="211320" cy="3722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0" name=""/>
          <p:cNvSpPr/>
          <p:nvPr/>
        </p:nvSpPr>
        <p:spPr>
          <a:xfrm>
            <a:off x="8124120" y="2194920"/>
            <a:ext cx="225000" cy="225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1" name=""/>
          <p:cNvSpPr/>
          <p:nvPr/>
        </p:nvSpPr>
        <p:spPr>
          <a:xfrm>
            <a:off x="7332120" y="2662920"/>
            <a:ext cx="225000" cy="225000"/>
          </a:xfrm>
          <a:prstGeom prst="ellipse">
            <a:avLst/>
          </a:prstGeom>
          <a:solidFill>
            <a:srgbClr val="ff3838"/>
          </a:solidFill>
          <a:ln w="0">
            <a:solidFill>
              <a:srgbClr val="5983b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22" name=""/>
          <p:cNvSpPr/>
          <p:nvPr/>
        </p:nvSpPr>
        <p:spPr>
          <a:xfrm>
            <a:off x="8340120" y="2662920"/>
            <a:ext cx="225000" cy="225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3" name=""/>
          <p:cNvSpPr/>
          <p:nvPr/>
        </p:nvSpPr>
        <p:spPr>
          <a:xfrm>
            <a:off x="7044120" y="2662920"/>
            <a:ext cx="225000" cy="225000"/>
          </a:xfrm>
          <a:prstGeom prst="ellipse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4" name=""/>
          <p:cNvSpPr/>
          <p:nvPr/>
        </p:nvSpPr>
        <p:spPr>
          <a:xfrm>
            <a:off x="7188120" y="2194920"/>
            <a:ext cx="225000" cy="225000"/>
          </a:xfrm>
          <a:prstGeom prst="ellipse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5" name=""/>
          <p:cNvSpPr/>
          <p:nvPr/>
        </p:nvSpPr>
        <p:spPr>
          <a:xfrm>
            <a:off x="7692120" y="2194920"/>
            <a:ext cx="225000" cy="225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6" name=""/>
          <p:cNvSpPr/>
          <p:nvPr/>
        </p:nvSpPr>
        <p:spPr>
          <a:xfrm flipV="1">
            <a:off x="7126920" y="289152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7" name=""/>
          <p:cNvSpPr/>
          <p:nvPr/>
        </p:nvSpPr>
        <p:spPr>
          <a:xfrm flipV="1">
            <a:off x="7450920" y="289188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8" name=""/>
          <p:cNvSpPr/>
          <p:nvPr/>
        </p:nvSpPr>
        <p:spPr>
          <a:xfrm flipV="1">
            <a:off x="7702920" y="289188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9" name=""/>
          <p:cNvSpPr/>
          <p:nvPr/>
        </p:nvSpPr>
        <p:spPr>
          <a:xfrm flipV="1">
            <a:off x="7990920" y="289188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0" name=""/>
          <p:cNvSpPr/>
          <p:nvPr/>
        </p:nvSpPr>
        <p:spPr>
          <a:xfrm flipV="1">
            <a:off x="8458920" y="289188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1" name=""/>
          <p:cNvSpPr/>
          <p:nvPr/>
        </p:nvSpPr>
        <p:spPr>
          <a:xfrm>
            <a:off x="5490360" y="1099080"/>
            <a:ext cx="3198240" cy="1369440"/>
          </a:xfrm>
          <a:prstGeom prst="roundRect">
            <a:avLst>
              <a:gd name="adj" fmla="val 16667"/>
            </a:avLst>
          </a:prstGeom>
          <a:noFill/>
          <a:ln w="18360">
            <a:solidFill>
              <a:srgbClr val="1682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2" name=""/>
          <p:cNvSpPr/>
          <p:nvPr/>
        </p:nvSpPr>
        <p:spPr>
          <a:xfrm>
            <a:off x="5490720" y="2519280"/>
            <a:ext cx="3198240" cy="2055240"/>
          </a:xfrm>
          <a:prstGeom prst="roundRect">
            <a:avLst>
              <a:gd name="adj" fmla="val 16667"/>
            </a:avLst>
          </a:prstGeom>
          <a:noFill/>
          <a:ln w="18360">
            <a:solidFill>
              <a:srgbClr val="5983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3" name=""/>
          <p:cNvSpPr/>
          <p:nvPr/>
        </p:nvSpPr>
        <p:spPr>
          <a:xfrm>
            <a:off x="5655600" y="1371600"/>
            <a:ext cx="1826640" cy="539640"/>
          </a:xfrm>
          <a:prstGeom prst="rect">
            <a:avLst/>
          </a:prstGeom>
          <a:noFill/>
          <a:ln w="18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Metadata-Cache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800" cy="4330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Counter-Mode based Encryption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535" name="Google Shape;114;p 17"/>
          <p:cNvCxnSpPr/>
          <p:nvPr/>
        </p:nvCxnSpPr>
        <p:spPr>
          <a:xfrm>
            <a:off x="204480" y="721440"/>
            <a:ext cx="8744760" cy="1008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536" name="PlaceHolder 2"/>
          <p:cNvSpPr>
            <a:spLocks noGrp="1"/>
          </p:cNvSpPr>
          <p:nvPr>
            <p:ph type="sldNum" idx="88"/>
          </p:nvPr>
        </p:nvSpPr>
        <p:spPr>
          <a:xfrm>
            <a:off x="8364600" y="456156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8C64ED0-F247-4CF7-BECB-BCA08D2C110C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12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37" name="PlaceHolder 3"/>
          <p:cNvSpPr>
            <a:spLocks noGrp="1"/>
          </p:cNvSpPr>
          <p:nvPr>
            <p:ph/>
          </p:nvPr>
        </p:nvSpPr>
        <p:spPr>
          <a:xfrm>
            <a:off x="379080" y="750600"/>
            <a:ext cx="4227120" cy="359244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Hashing: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Generating the one-time pad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Refers to the mac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mac_queue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Encryption: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Masking the plaintext with the one-time pad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Refers to the encryption or cipher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cipher_queue, xor_queue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HMAC is the final cipher text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8" name=""/>
          <p:cNvSpPr/>
          <p:nvPr/>
        </p:nvSpPr>
        <p:spPr>
          <a:xfrm>
            <a:off x="6220800" y="1769400"/>
            <a:ext cx="912600" cy="684000"/>
          </a:xfrm>
          <a:prstGeom prst="roundRect">
            <a:avLst>
              <a:gd name="adj" fmla="val 16667"/>
            </a:avLst>
          </a:prstGeom>
          <a:noFill/>
          <a:ln w="183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</a:rPr>
              <a:t>AES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9" name=""/>
          <p:cNvSpPr/>
          <p:nvPr/>
        </p:nvSpPr>
        <p:spPr>
          <a:xfrm>
            <a:off x="4776840" y="1998000"/>
            <a:ext cx="912960" cy="286920"/>
          </a:xfrm>
          <a:prstGeom prst="rect">
            <a:avLst/>
          </a:prstGeom>
          <a:noFill/>
          <a:ln w="18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HW key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0" name=""/>
          <p:cNvSpPr/>
          <p:nvPr/>
        </p:nvSpPr>
        <p:spPr>
          <a:xfrm>
            <a:off x="5607000" y="2154600"/>
            <a:ext cx="457200" cy="360"/>
          </a:xfrm>
          <a:prstGeom prst="line">
            <a:avLst/>
          </a:prstGeom>
          <a:ln w="18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1" name=""/>
          <p:cNvSpPr/>
          <p:nvPr/>
        </p:nvSpPr>
        <p:spPr>
          <a:xfrm>
            <a:off x="6396840" y="1026000"/>
            <a:ext cx="615960" cy="286920"/>
          </a:xfrm>
          <a:prstGeom prst="rect">
            <a:avLst/>
          </a:prstGeom>
          <a:noFill/>
          <a:ln w="18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seed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2" name=""/>
          <p:cNvSpPr/>
          <p:nvPr/>
        </p:nvSpPr>
        <p:spPr>
          <a:xfrm>
            <a:off x="6678000" y="1278720"/>
            <a:ext cx="360" cy="454680"/>
          </a:xfrm>
          <a:prstGeom prst="line">
            <a:avLst/>
          </a:prstGeom>
          <a:ln w="18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3" name=""/>
          <p:cNvSpPr/>
          <p:nvPr/>
        </p:nvSpPr>
        <p:spPr>
          <a:xfrm>
            <a:off x="6341400" y="3717000"/>
            <a:ext cx="684000" cy="684000"/>
          </a:xfrm>
          <a:prstGeom prst="ellipse">
            <a:avLst/>
          </a:prstGeom>
          <a:solidFill>
            <a:srgbClr val="ffffff"/>
          </a:solidFill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Arial"/>
              </a:rPr>
              <a:t>XOR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4" name=""/>
          <p:cNvSpPr/>
          <p:nvPr/>
        </p:nvSpPr>
        <p:spPr>
          <a:xfrm>
            <a:off x="6180840" y="2826360"/>
            <a:ext cx="965160" cy="683640"/>
          </a:xfrm>
          <a:prstGeom prst="rect">
            <a:avLst/>
          </a:prstGeom>
          <a:noFill/>
          <a:ln w="18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One-time pad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5" name=""/>
          <p:cNvSpPr/>
          <p:nvPr/>
        </p:nvSpPr>
        <p:spPr>
          <a:xfrm>
            <a:off x="6678000" y="3321000"/>
            <a:ext cx="360" cy="356760"/>
          </a:xfrm>
          <a:prstGeom prst="line">
            <a:avLst/>
          </a:prstGeom>
          <a:ln w="18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6" name=""/>
          <p:cNvSpPr/>
          <p:nvPr/>
        </p:nvSpPr>
        <p:spPr>
          <a:xfrm>
            <a:off x="6678000" y="2488680"/>
            <a:ext cx="360" cy="356760"/>
          </a:xfrm>
          <a:prstGeom prst="line">
            <a:avLst/>
          </a:prstGeom>
          <a:ln w="18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7" name=""/>
          <p:cNvSpPr/>
          <p:nvPr/>
        </p:nvSpPr>
        <p:spPr>
          <a:xfrm>
            <a:off x="4776840" y="3870000"/>
            <a:ext cx="912960" cy="286920"/>
          </a:xfrm>
          <a:prstGeom prst="rect">
            <a:avLst/>
          </a:prstGeom>
          <a:noFill/>
          <a:ln w="18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plaintext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8" name=""/>
          <p:cNvSpPr/>
          <p:nvPr/>
        </p:nvSpPr>
        <p:spPr>
          <a:xfrm>
            <a:off x="5607000" y="4026600"/>
            <a:ext cx="457200" cy="360"/>
          </a:xfrm>
          <a:prstGeom prst="line">
            <a:avLst/>
          </a:prstGeom>
          <a:ln w="18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9" name=""/>
          <p:cNvSpPr/>
          <p:nvPr/>
        </p:nvSpPr>
        <p:spPr>
          <a:xfrm>
            <a:off x="7656840" y="3870000"/>
            <a:ext cx="1017360" cy="485280"/>
          </a:xfrm>
          <a:prstGeom prst="rect">
            <a:avLst/>
          </a:prstGeom>
          <a:noFill/>
          <a:ln w="18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cipher text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0" name=""/>
          <p:cNvSpPr/>
          <p:nvPr/>
        </p:nvSpPr>
        <p:spPr>
          <a:xfrm>
            <a:off x="7155000" y="4026600"/>
            <a:ext cx="457200" cy="360"/>
          </a:xfrm>
          <a:prstGeom prst="line">
            <a:avLst/>
          </a:prstGeom>
          <a:ln w="18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1" name=""/>
          <p:cNvSpPr/>
          <p:nvPr/>
        </p:nvSpPr>
        <p:spPr>
          <a:xfrm>
            <a:off x="7543800" y="914400"/>
            <a:ext cx="91404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Counter goes here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2" name=""/>
          <p:cNvSpPr/>
          <p:nvPr/>
        </p:nvSpPr>
        <p:spPr>
          <a:xfrm flipH="1">
            <a:off x="7013160" y="1143000"/>
            <a:ext cx="530640" cy="360"/>
          </a:xfrm>
          <a:prstGeom prst="line">
            <a:avLst/>
          </a:prstGeom>
          <a:ln w="3672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3" name=""/>
          <p:cNvSpPr/>
          <p:nvPr/>
        </p:nvSpPr>
        <p:spPr>
          <a:xfrm>
            <a:off x="4800600" y="4451400"/>
            <a:ext cx="114264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Data (can be counter)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4" name=""/>
          <p:cNvSpPr/>
          <p:nvPr/>
        </p:nvSpPr>
        <p:spPr>
          <a:xfrm flipV="1">
            <a:off x="5257800" y="4199400"/>
            <a:ext cx="360" cy="228600"/>
          </a:xfrm>
          <a:prstGeom prst="line">
            <a:avLst/>
          </a:prstGeom>
          <a:ln w="3672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5" name=""/>
          <p:cNvSpPr/>
          <p:nvPr/>
        </p:nvSpPr>
        <p:spPr>
          <a:xfrm>
            <a:off x="7844400" y="3283200"/>
            <a:ext cx="91404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HMAC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6" name=""/>
          <p:cNvSpPr/>
          <p:nvPr/>
        </p:nvSpPr>
        <p:spPr>
          <a:xfrm>
            <a:off x="8229960" y="3568320"/>
            <a:ext cx="360" cy="228600"/>
          </a:xfrm>
          <a:prstGeom prst="line">
            <a:avLst/>
          </a:prstGeom>
          <a:ln w="3672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800" cy="9133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Secure Memory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558" name="Google Shape;114;p 7"/>
          <p:cNvCxnSpPr/>
          <p:nvPr/>
        </p:nvCxnSpPr>
        <p:spPr>
          <a:xfrm>
            <a:off x="204480" y="721440"/>
            <a:ext cx="8744760" cy="1008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559" name="PlaceHolder 2"/>
          <p:cNvSpPr>
            <a:spLocks noGrp="1"/>
          </p:cNvSpPr>
          <p:nvPr>
            <p:ph type="sldNum" idx="89"/>
          </p:nvPr>
        </p:nvSpPr>
        <p:spPr>
          <a:xfrm>
            <a:off x="8472600" y="463356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827D61E-83F1-4C5D-A788-E6CAF5BF3825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13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60" name="PlaceHolder 3"/>
          <p:cNvSpPr>
            <a:spLocks noGrp="1"/>
          </p:cNvSpPr>
          <p:nvPr>
            <p:ph/>
          </p:nvPr>
        </p:nvSpPr>
        <p:spPr>
          <a:xfrm>
            <a:off x="343080" y="606600"/>
            <a:ext cx="3998160" cy="43239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Bonsai</a:t>
            </a:r>
            <a:r>
              <a:rPr b="0" lang="en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merkle trees</a:t>
            </a:r>
            <a:r>
              <a:rPr b="0" lang="en" sz="2100" strike="noStrike" u="none" baseline="33000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[3]</a:t>
            </a:r>
            <a:r>
              <a:rPr b="0" lang="en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are built solely over the counters: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Reduces metadata storage requirements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Each node can protect a larger block of memory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1" name=""/>
          <p:cNvSpPr/>
          <p:nvPr/>
        </p:nvSpPr>
        <p:spPr>
          <a:xfrm flipV="1">
            <a:off x="5663520" y="2575080"/>
            <a:ext cx="360" cy="325800"/>
          </a:xfrm>
          <a:prstGeom prst="line">
            <a:avLst/>
          </a:prstGeom>
          <a:ln w="38160">
            <a:solidFill>
              <a:srgbClr val="77bc6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562" name=""/>
          <p:cNvSpPr/>
          <p:nvPr/>
        </p:nvSpPr>
        <p:spPr>
          <a:xfrm flipV="1">
            <a:off x="5951880" y="2584800"/>
            <a:ext cx="360" cy="325800"/>
          </a:xfrm>
          <a:prstGeom prst="line">
            <a:avLst/>
          </a:prstGeom>
          <a:ln w="38160">
            <a:solidFill>
              <a:srgbClr val="ff383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563" name=""/>
          <p:cNvSpPr/>
          <p:nvPr/>
        </p:nvSpPr>
        <p:spPr>
          <a:xfrm flipV="1">
            <a:off x="6239880" y="258480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564" name=""/>
          <p:cNvSpPr/>
          <p:nvPr/>
        </p:nvSpPr>
        <p:spPr>
          <a:xfrm flipV="1">
            <a:off x="6491880" y="258480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565" name=""/>
          <p:cNvSpPr/>
          <p:nvPr/>
        </p:nvSpPr>
        <p:spPr>
          <a:xfrm flipV="1">
            <a:off x="6743880" y="258480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566" name=""/>
          <p:cNvSpPr/>
          <p:nvPr/>
        </p:nvSpPr>
        <p:spPr>
          <a:xfrm rot="5400000">
            <a:off x="5337360" y="2981520"/>
            <a:ext cx="6721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hmac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7" name=""/>
          <p:cNvSpPr/>
          <p:nvPr/>
        </p:nvSpPr>
        <p:spPr>
          <a:xfrm rot="5400000">
            <a:off x="5619240" y="2981520"/>
            <a:ext cx="6721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hmac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8" name=""/>
          <p:cNvSpPr/>
          <p:nvPr/>
        </p:nvSpPr>
        <p:spPr>
          <a:xfrm rot="5400000">
            <a:off x="5901480" y="2981520"/>
            <a:ext cx="6721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hmac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9" name=""/>
          <p:cNvSpPr/>
          <p:nvPr/>
        </p:nvSpPr>
        <p:spPr>
          <a:xfrm rot="5400000">
            <a:off x="6148080" y="2981520"/>
            <a:ext cx="6721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hmac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0" name=""/>
          <p:cNvSpPr/>
          <p:nvPr/>
        </p:nvSpPr>
        <p:spPr>
          <a:xfrm rot="5400000">
            <a:off x="6424560" y="2981520"/>
            <a:ext cx="6721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hmac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1" name=""/>
          <p:cNvSpPr/>
          <p:nvPr/>
        </p:nvSpPr>
        <p:spPr>
          <a:xfrm rot="5400000">
            <a:off x="6871680" y="3282480"/>
            <a:ext cx="528120" cy="219960"/>
          </a:xfrm>
          <a:prstGeom prst="rect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cntr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2" name=""/>
          <p:cNvSpPr/>
          <p:nvPr/>
        </p:nvSpPr>
        <p:spPr>
          <a:xfrm rot="5400000">
            <a:off x="7160040" y="3282480"/>
            <a:ext cx="528120" cy="219960"/>
          </a:xfrm>
          <a:prstGeom prst="rect">
            <a:avLst/>
          </a:prstGeom>
          <a:solidFill>
            <a:srgbClr val="ff3838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cntr</a:t>
            </a:r>
            <a:endParaRPr b="0" lang="en-US" sz="10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73" name=""/>
          <p:cNvSpPr/>
          <p:nvPr/>
        </p:nvSpPr>
        <p:spPr>
          <a:xfrm rot="5400000">
            <a:off x="7448040" y="3282480"/>
            <a:ext cx="5281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cntr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4" name=""/>
          <p:cNvSpPr/>
          <p:nvPr/>
        </p:nvSpPr>
        <p:spPr>
          <a:xfrm rot="5400000">
            <a:off x="7700040" y="3282480"/>
            <a:ext cx="5281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cntr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5" name=""/>
          <p:cNvSpPr/>
          <p:nvPr/>
        </p:nvSpPr>
        <p:spPr>
          <a:xfrm rot="5400000">
            <a:off x="8168040" y="3282480"/>
            <a:ext cx="5281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cntr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6" name=""/>
          <p:cNvSpPr/>
          <p:nvPr/>
        </p:nvSpPr>
        <p:spPr>
          <a:xfrm>
            <a:off x="8336160" y="2658240"/>
            <a:ext cx="225000" cy="225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7" name=""/>
          <p:cNvSpPr/>
          <p:nvPr/>
        </p:nvSpPr>
        <p:spPr>
          <a:xfrm flipV="1">
            <a:off x="7122960" y="288684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8" name=""/>
          <p:cNvSpPr/>
          <p:nvPr/>
        </p:nvSpPr>
        <p:spPr>
          <a:xfrm flipV="1">
            <a:off x="7446960" y="288720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9" name=""/>
          <p:cNvSpPr/>
          <p:nvPr/>
        </p:nvSpPr>
        <p:spPr>
          <a:xfrm flipV="1">
            <a:off x="7698960" y="288720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0" name=""/>
          <p:cNvSpPr/>
          <p:nvPr/>
        </p:nvSpPr>
        <p:spPr>
          <a:xfrm flipV="1">
            <a:off x="7986960" y="288720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1" name=""/>
          <p:cNvSpPr/>
          <p:nvPr/>
        </p:nvSpPr>
        <p:spPr>
          <a:xfrm flipV="1">
            <a:off x="8454960" y="288720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2" name=""/>
          <p:cNvSpPr/>
          <p:nvPr/>
        </p:nvSpPr>
        <p:spPr>
          <a:xfrm>
            <a:off x="5486760" y="2514600"/>
            <a:ext cx="3198240" cy="2055240"/>
          </a:xfrm>
          <a:prstGeom prst="roundRect">
            <a:avLst>
              <a:gd name="adj" fmla="val 16667"/>
            </a:avLst>
          </a:prstGeom>
          <a:noFill/>
          <a:ln w="18360">
            <a:solidFill>
              <a:srgbClr val="5983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3" name=""/>
          <p:cNvSpPr/>
          <p:nvPr/>
        </p:nvSpPr>
        <p:spPr>
          <a:xfrm>
            <a:off x="5712480" y="1368000"/>
            <a:ext cx="2747520" cy="1077120"/>
          </a:xfrm>
          <a:prstGeom prst="roundRect">
            <a:avLst>
              <a:gd name="adj" fmla="val 16667"/>
            </a:avLst>
          </a:prstGeom>
          <a:solidFill>
            <a:srgbClr val="ffb66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4" name=""/>
          <p:cNvSpPr/>
          <p:nvPr/>
        </p:nvSpPr>
        <p:spPr>
          <a:xfrm>
            <a:off x="5487120" y="1049040"/>
            <a:ext cx="774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SOC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5" name=""/>
          <p:cNvSpPr/>
          <p:nvPr/>
        </p:nvSpPr>
        <p:spPr>
          <a:xfrm>
            <a:off x="7696080" y="1767600"/>
            <a:ext cx="225000" cy="225000"/>
          </a:xfrm>
          <a:prstGeom prst="ellipse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6" name=""/>
          <p:cNvSpPr/>
          <p:nvPr/>
        </p:nvSpPr>
        <p:spPr>
          <a:xfrm>
            <a:off x="7816680" y="1996560"/>
            <a:ext cx="360" cy="419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7" name=""/>
          <p:cNvSpPr/>
          <p:nvPr/>
        </p:nvSpPr>
        <p:spPr>
          <a:xfrm>
            <a:off x="7816680" y="1996560"/>
            <a:ext cx="421200" cy="203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8" name=""/>
          <p:cNvSpPr/>
          <p:nvPr/>
        </p:nvSpPr>
        <p:spPr>
          <a:xfrm flipH="1">
            <a:off x="7323480" y="1996560"/>
            <a:ext cx="493200" cy="203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9" name=""/>
          <p:cNvSpPr/>
          <p:nvPr/>
        </p:nvSpPr>
        <p:spPr>
          <a:xfrm>
            <a:off x="5494320" y="1103760"/>
            <a:ext cx="3198240" cy="1369440"/>
          </a:xfrm>
          <a:prstGeom prst="roundRect">
            <a:avLst>
              <a:gd name="adj" fmla="val 16667"/>
            </a:avLst>
          </a:prstGeom>
          <a:noFill/>
          <a:ln w="18360">
            <a:solidFill>
              <a:srgbClr val="1682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0" name=""/>
          <p:cNvSpPr/>
          <p:nvPr/>
        </p:nvSpPr>
        <p:spPr>
          <a:xfrm>
            <a:off x="5659560" y="1376280"/>
            <a:ext cx="1826640" cy="539640"/>
          </a:xfrm>
          <a:prstGeom prst="rect">
            <a:avLst/>
          </a:prstGeom>
          <a:noFill/>
          <a:ln w="18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Metadata-Cache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1" name=""/>
          <p:cNvSpPr/>
          <p:nvPr/>
        </p:nvSpPr>
        <p:spPr>
          <a:xfrm flipH="1">
            <a:off x="7737840" y="2387880"/>
            <a:ext cx="68400" cy="3520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2" name=""/>
          <p:cNvSpPr/>
          <p:nvPr/>
        </p:nvSpPr>
        <p:spPr>
          <a:xfrm>
            <a:off x="7806240" y="2387880"/>
            <a:ext cx="195120" cy="3553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3" name=""/>
          <p:cNvSpPr/>
          <p:nvPr/>
        </p:nvSpPr>
        <p:spPr>
          <a:xfrm flipH="1">
            <a:off x="7161840" y="2286000"/>
            <a:ext cx="153720" cy="4082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4" name=""/>
          <p:cNvSpPr/>
          <p:nvPr/>
        </p:nvSpPr>
        <p:spPr>
          <a:xfrm>
            <a:off x="7283520" y="2269440"/>
            <a:ext cx="149400" cy="4888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5" name=""/>
          <p:cNvSpPr/>
          <p:nvPr/>
        </p:nvSpPr>
        <p:spPr>
          <a:xfrm>
            <a:off x="8229960" y="2286000"/>
            <a:ext cx="211320" cy="3722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6" name=""/>
          <p:cNvSpPr/>
          <p:nvPr/>
        </p:nvSpPr>
        <p:spPr>
          <a:xfrm>
            <a:off x="8128080" y="2199600"/>
            <a:ext cx="225000" cy="225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7" name=""/>
          <p:cNvSpPr/>
          <p:nvPr/>
        </p:nvSpPr>
        <p:spPr>
          <a:xfrm>
            <a:off x="7192080" y="2199600"/>
            <a:ext cx="225000" cy="225000"/>
          </a:xfrm>
          <a:prstGeom prst="ellipse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8" name=""/>
          <p:cNvSpPr/>
          <p:nvPr/>
        </p:nvSpPr>
        <p:spPr>
          <a:xfrm>
            <a:off x="7696080" y="2199600"/>
            <a:ext cx="225000" cy="225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9" name=""/>
          <p:cNvSpPr/>
          <p:nvPr/>
        </p:nvSpPr>
        <p:spPr>
          <a:xfrm>
            <a:off x="7616160" y="2658240"/>
            <a:ext cx="225000" cy="225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0" name=""/>
          <p:cNvSpPr/>
          <p:nvPr/>
        </p:nvSpPr>
        <p:spPr>
          <a:xfrm>
            <a:off x="7868160" y="2658240"/>
            <a:ext cx="225000" cy="225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1" name=""/>
          <p:cNvSpPr/>
          <p:nvPr/>
        </p:nvSpPr>
        <p:spPr>
          <a:xfrm>
            <a:off x="7328160" y="2658240"/>
            <a:ext cx="225000" cy="225000"/>
          </a:xfrm>
          <a:prstGeom prst="ellipse">
            <a:avLst/>
          </a:prstGeom>
          <a:solidFill>
            <a:srgbClr val="ff40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02" name=""/>
          <p:cNvSpPr/>
          <p:nvPr/>
        </p:nvSpPr>
        <p:spPr>
          <a:xfrm>
            <a:off x="7040160" y="2658240"/>
            <a:ext cx="225000" cy="225000"/>
          </a:xfrm>
          <a:prstGeom prst="ellipse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800" cy="9133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gem5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4" name="PlaceHolder 2"/>
          <p:cNvSpPr>
            <a:spLocks noGrp="1"/>
          </p:cNvSpPr>
          <p:nvPr>
            <p:ph/>
          </p:nvPr>
        </p:nvSpPr>
        <p:spPr>
          <a:xfrm>
            <a:off x="343080" y="966600"/>
            <a:ext cx="5142600" cy="34851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gem5 supports RISC-V &amp; multi-core simulation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Keystone including PMP tables &amp; checker implementations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Memory encryption engine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Secure memory implementation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Developer space is divided into different scopes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605" name="Google Shape;140;p21"/>
          <p:cNvCxnSpPr/>
          <p:nvPr/>
        </p:nvCxnSpPr>
        <p:spPr>
          <a:xfrm>
            <a:off x="204480" y="721440"/>
            <a:ext cx="8744760" cy="1008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606" name="PlaceHolder 3"/>
          <p:cNvSpPr>
            <a:spLocks noGrp="1"/>
          </p:cNvSpPr>
          <p:nvPr>
            <p:ph type="sldNum" idx="90"/>
          </p:nvPr>
        </p:nvSpPr>
        <p:spPr>
          <a:xfrm>
            <a:off x="8472600" y="463356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6EEB6B1-4FA4-4DAA-AB58-5B1C5EB180EE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14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07" name=""/>
          <p:cNvSpPr/>
          <p:nvPr/>
        </p:nvSpPr>
        <p:spPr>
          <a:xfrm>
            <a:off x="5969160" y="3214080"/>
            <a:ext cx="2027160" cy="1216440"/>
          </a:xfrm>
          <a:prstGeom prst="roundRect">
            <a:avLst>
              <a:gd name="adj" fmla="val 16667"/>
            </a:avLst>
          </a:prstGeom>
          <a:solidFill>
            <a:srgbClr val="3faf46"/>
          </a:solidFill>
          <a:ln w="38160">
            <a:solidFill>
              <a:srgbClr val="3fa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608" name=""/>
          <p:cNvSpPr/>
          <p:nvPr/>
        </p:nvSpPr>
        <p:spPr>
          <a:xfrm>
            <a:off x="6166800" y="3620880"/>
            <a:ext cx="1618200" cy="63612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Open Sans"/>
                <a:ea typeface="DejaVu Sans"/>
              </a:rPr>
              <a:t>cpp Implementation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9" name=""/>
          <p:cNvSpPr/>
          <p:nvPr/>
        </p:nvSpPr>
        <p:spPr>
          <a:xfrm>
            <a:off x="6221520" y="3283200"/>
            <a:ext cx="1632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Open Sans"/>
                <a:ea typeface="DejaVu Sans"/>
              </a:rPr>
              <a:t>Python Wrapper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0" name=""/>
          <p:cNvSpPr/>
          <p:nvPr/>
        </p:nvSpPr>
        <p:spPr>
          <a:xfrm>
            <a:off x="5949720" y="2873880"/>
            <a:ext cx="2080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Open Sans"/>
                <a:ea typeface="DejaVu Sans"/>
              </a:rPr>
              <a:t>Hardware Description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1" name=""/>
          <p:cNvSpPr/>
          <p:nvPr/>
        </p:nvSpPr>
        <p:spPr>
          <a:xfrm>
            <a:off x="6112080" y="1034280"/>
            <a:ext cx="1759680" cy="1354320"/>
          </a:xfrm>
          <a:prstGeom prst="roundRect">
            <a:avLst>
              <a:gd name="adj" fmla="val 16667"/>
            </a:avLst>
          </a:prstGeom>
          <a:noFill/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612" name=""/>
          <p:cNvSpPr/>
          <p:nvPr/>
        </p:nvSpPr>
        <p:spPr>
          <a:xfrm>
            <a:off x="6241680" y="1366920"/>
            <a:ext cx="1477440" cy="90864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3200" strike="noStrike" u="none">
              <a:solidFill>
                <a:srgbClr val="000000"/>
              </a:solidFill>
              <a:uFillTx/>
              <a:latin typeface="Open Sans"/>
              <a:ea typeface="DejaVu Sans"/>
            </a:endParaRPr>
          </a:p>
        </p:txBody>
      </p:sp>
      <p:sp>
        <p:nvSpPr>
          <p:cNvPr id="613" name=""/>
          <p:cNvSpPr/>
          <p:nvPr/>
        </p:nvSpPr>
        <p:spPr>
          <a:xfrm>
            <a:off x="6307920" y="1383120"/>
            <a:ext cx="11718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Open Sans"/>
                <a:ea typeface="DejaVu Sans"/>
              </a:rPr>
              <a:t>Config Files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4" name=""/>
          <p:cNvSpPr/>
          <p:nvPr/>
        </p:nvSpPr>
        <p:spPr>
          <a:xfrm>
            <a:off x="6209280" y="1019160"/>
            <a:ext cx="1171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Open Sans"/>
                <a:ea typeface="DejaVu Sans"/>
              </a:rPr>
              <a:t>User Space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5" name=""/>
          <p:cNvSpPr/>
          <p:nvPr/>
        </p:nvSpPr>
        <p:spPr>
          <a:xfrm>
            <a:off x="6434280" y="1778040"/>
            <a:ext cx="1124280" cy="416880"/>
          </a:xfrm>
          <a:prstGeom prst="roundRect">
            <a:avLst>
              <a:gd name="adj" fmla="val 16667"/>
            </a:avLst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Open Sans"/>
                <a:ea typeface="DejaVu Sans"/>
              </a:rPr>
              <a:t>Program Binary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6" name=""/>
          <p:cNvSpPr/>
          <p:nvPr/>
        </p:nvSpPr>
        <p:spPr>
          <a:xfrm>
            <a:off x="6986880" y="2394000"/>
            <a:ext cx="360" cy="482760"/>
          </a:xfrm>
          <a:prstGeom prst="line">
            <a:avLst/>
          </a:prstGeom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617" name=""/>
          <p:cNvSpPr/>
          <p:nvPr/>
        </p:nvSpPr>
        <p:spPr>
          <a:xfrm>
            <a:off x="5848200" y="2874240"/>
            <a:ext cx="2297160" cy="1631880"/>
          </a:xfrm>
          <a:prstGeom prst="roundRect">
            <a:avLst>
              <a:gd name="adj" fmla="val 16667"/>
            </a:avLst>
          </a:prstGeom>
          <a:noFill/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800" cy="9133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gem5 eventQueue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9" name="PlaceHolder 2"/>
          <p:cNvSpPr>
            <a:spLocks noGrp="1"/>
          </p:cNvSpPr>
          <p:nvPr>
            <p:ph/>
          </p:nvPr>
        </p:nvSpPr>
        <p:spPr>
          <a:xfrm>
            <a:off x="343080" y="966600"/>
            <a:ext cx="5598360" cy="34851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The eventQueue is how gem5 schedules processes to enable multi-core simulation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Most member functions operate shared queues instead of directly calling one another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eventWrappers are scheduled instead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Events are scheduled with latencies: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i.e. things like computing the cipher arent actually done, but scheduled &amp; the latency is modeled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620" name="Google Shape;140;p 4"/>
          <p:cNvCxnSpPr/>
          <p:nvPr/>
        </p:nvCxnSpPr>
        <p:spPr>
          <a:xfrm>
            <a:off x="204480" y="721440"/>
            <a:ext cx="8744760" cy="1008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621" name="PlaceHolder 3"/>
          <p:cNvSpPr>
            <a:spLocks noGrp="1"/>
          </p:cNvSpPr>
          <p:nvPr>
            <p:ph type="sldNum" idx="91"/>
          </p:nvPr>
        </p:nvSpPr>
        <p:spPr>
          <a:xfrm>
            <a:off x="8472600" y="463356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AEF5BB8-2848-49D8-BA32-63773F8F93D5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15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pic>
        <p:nvPicPr>
          <p:cNvPr id="622" name="" descr=""/>
          <p:cNvPicPr/>
          <p:nvPr/>
        </p:nvPicPr>
        <p:blipFill>
          <a:blip r:embed="rId1"/>
          <a:srcRect l="0" t="19994" r="0" b="13337"/>
          <a:stretch/>
        </p:blipFill>
        <p:spPr>
          <a:xfrm>
            <a:off x="6325560" y="1107000"/>
            <a:ext cx="2371320" cy="3427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800" cy="9133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initiateMac &amp; initiateCipher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4" name="PlaceHolder 2"/>
          <p:cNvSpPr>
            <a:spLocks noGrp="1"/>
          </p:cNvSpPr>
          <p:nvPr>
            <p:ph/>
          </p:nvPr>
        </p:nvSpPr>
        <p:spPr>
          <a:xfrm>
            <a:off x="343080" y="966600"/>
            <a:ext cx="4685400" cy="34851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Prepare the pkt for hashing: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Assigns pkt with a time signature &amp; inserting into the </a:t>
            </a:r>
            <a:r>
              <a:rPr b="0" i="1" lang="en" sz="16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hashing_queue / cipher_queue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Schedules a mac/cipher event for the eventQueue to trigger the mac/cipher engine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initiateCipher must also account for counter vs data mac pkts: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Control flow to insert into separate queues and handled by cipherEngine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625" name="Google Shape;140;p 2"/>
          <p:cNvCxnSpPr/>
          <p:nvPr/>
        </p:nvCxnSpPr>
        <p:spPr>
          <a:xfrm>
            <a:off x="204480" y="721440"/>
            <a:ext cx="8744760" cy="1008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626" name="PlaceHolder 3"/>
          <p:cNvSpPr>
            <a:spLocks noGrp="1"/>
          </p:cNvSpPr>
          <p:nvPr>
            <p:ph type="sldNum" idx="92"/>
          </p:nvPr>
        </p:nvSpPr>
        <p:spPr>
          <a:xfrm>
            <a:off x="8472600" y="463356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BDD578B-25C4-40F6-841E-AE274456211B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16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pic>
        <p:nvPicPr>
          <p:cNvPr id="627" name="" descr=""/>
          <p:cNvPicPr/>
          <p:nvPr/>
        </p:nvPicPr>
        <p:blipFill>
          <a:blip r:embed="rId1"/>
          <a:srcRect l="37386" t="13101" r="13195" b="15787"/>
          <a:stretch/>
        </p:blipFill>
        <p:spPr>
          <a:xfrm>
            <a:off x="5257800" y="914400"/>
            <a:ext cx="3656520" cy="3656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800" cy="9133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macEngine &amp; cipherEngine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9" name="PlaceHolder 2"/>
          <p:cNvSpPr>
            <a:spLocks noGrp="1"/>
          </p:cNvSpPr>
          <p:nvPr>
            <p:ph/>
          </p:nvPr>
        </p:nvSpPr>
        <p:spPr>
          <a:xfrm>
            <a:off x="344520" y="914400"/>
            <a:ext cx="8112960" cy="34851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Process one pkt from respective queue &amp; schedule the next: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Calls handleTreeResponse / handleCounterResponse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48000" indent="0">
              <a:lnSpc>
                <a:spcPct val="9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en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- </a:t>
            </a:r>
            <a:r>
              <a:rPr b="0" lang="e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These in turn can call initiateCipher/Mac on the child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Calls updateTree and responds to the processor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630" name="Google Shape;140;p 5"/>
          <p:cNvCxnSpPr/>
          <p:nvPr/>
        </p:nvCxnSpPr>
        <p:spPr>
          <a:xfrm>
            <a:off x="204480" y="721440"/>
            <a:ext cx="8744760" cy="1008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631" name="PlaceHolder 3"/>
          <p:cNvSpPr>
            <a:spLocks noGrp="1"/>
          </p:cNvSpPr>
          <p:nvPr>
            <p:ph type="sldNum" idx="93"/>
          </p:nvPr>
        </p:nvSpPr>
        <p:spPr>
          <a:xfrm>
            <a:off x="8472600" y="463356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23D0AAD-16ED-477A-8EF9-624BE58F282F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17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800" cy="9133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updateTree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3" name="PlaceHolder 2"/>
          <p:cNvSpPr>
            <a:spLocks noGrp="1"/>
          </p:cNvSpPr>
          <p:nvPr>
            <p:ph/>
          </p:nvPr>
        </p:nvSpPr>
        <p:spPr>
          <a:xfrm>
            <a:off x="343080" y="966600"/>
            <a:ext cx="5598360" cy="34851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Creates packets for counters, mac &amp; parent: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Sends nodes to memory &amp; metadata cache 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Data has been encrypted &amp; hashes computed, all stored in the pkt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calculateAddress functions operate on the packet to return the desired address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634" name="Google Shape;140;p 6"/>
          <p:cNvCxnSpPr/>
          <p:nvPr/>
        </p:nvCxnSpPr>
        <p:spPr>
          <a:xfrm>
            <a:off x="204480" y="721440"/>
            <a:ext cx="8744760" cy="1008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635" name="PlaceHolder 3"/>
          <p:cNvSpPr>
            <a:spLocks noGrp="1"/>
          </p:cNvSpPr>
          <p:nvPr>
            <p:ph type="sldNum" idx="94"/>
          </p:nvPr>
        </p:nvSpPr>
        <p:spPr>
          <a:xfrm>
            <a:off x="8472600" y="463356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30ECA3E-5360-4ED3-B326-B65F5B1EE8B0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18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36" name=""/>
          <p:cNvSpPr/>
          <p:nvPr/>
        </p:nvSpPr>
        <p:spPr>
          <a:xfrm rot="5400000">
            <a:off x="6400080" y="3329640"/>
            <a:ext cx="664560" cy="276840"/>
          </a:xfrm>
          <a:prstGeom prst="rect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cntr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7" name=""/>
          <p:cNvSpPr/>
          <p:nvPr/>
        </p:nvSpPr>
        <p:spPr>
          <a:xfrm rot="5400000">
            <a:off x="6762600" y="3329640"/>
            <a:ext cx="664560" cy="276840"/>
          </a:xfrm>
          <a:prstGeom prst="rect">
            <a:avLst/>
          </a:prstGeom>
          <a:solidFill>
            <a:srgbClr val="ff3838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cntr</a:t>
            </a:r>
            <a:endParaRPr b="0" lang="en-US" sz="10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38" name=""/>
          <p:cNvSpPr/>
          <p:nvPr/>
        </p:nvSpPr>
        <p:spPr>
          <a:xfrm rot="5400000">
            <a:off x="7125120" y="3330000"/>
            <a:ext cx="664560" cy="27648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cntr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9" name=""/>
          <p:cNvSpPr/>
          <p:nvPr/>
        </p:nvSpPr>
        <p:spPr>
          <a:xfrm rot="5400000">
            <a:off x="7441920" y="3329640"/>
            <a:ext cx="664560" cy="27684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cntr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0" name=""/>
          <p:cNvSpPr/>
          <p:nvPr/>
        </p:nvSpPr>
        <p:spPr>
          <a:xfrm rot="5400000">
            <a:off x="8030520" y="3329640"/>
            <a:ext cx="664560" cy="27684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cntr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1" name=""/>
          <p:cNvSpPr/>
          <p:nvPr/>
        </p:nvSpPr>
        <p:spPr>
          <a:xfrm>
            <a:off x="8242200" y="2544840"/>
            <a:ext cx="283320" cy="28332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2" name=""/>
          <p:cNvSpPr/>
          <p:nvPr/>
        </p:nvSpPr>
        <p:spPr>
          <a:xfrm flipV="1">
            <a:off x="6716520" y="2832480"/>
            <a:ext cx="360" cy="3034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3" name=""/>
          <p:cNvSpPr/>
          <p:nvPr/>
        </p:nvSpPr>
        <p:spPr>
          <a:xfrm flipV="1">
            <a:off x="7124040" y="2832840"/>
            <a:ext cx="360" cy="3038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4" name=""/>
          <p:cNvSpPr/>
          <p:nvPr/>
        </p:nvSpPr>
        <p:spPr>
          <a:xfrm flipV="1">
            <a:off x="7440840" y="2832840"/>
            <a:ext cx="720" cy="3038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5" name=""/>
          <p:cNvSpPr/>
          <p:nvPr/>
        </p:nvSpPr>
        <p:spPr>
          <a:xfrm flipV="1">
            <a:off x="7803000" y="2832840"/>
            <a:ext cx="720" cy="3038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6" name=""/>
          <p:cNvSpPr/>
          <p:nvPr/>
        </p:nvSpPr>
        <p:spPr>
          <a:xfrm flipV="1">
            <a:off x="8391600" y="2832840"/>
            <a:ext cx="720" cy="3038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7" name=""/>
          <p:cNvSpPr/>
          <p:nvPr/>
        </p:nvSpPr>
        <p:spPr>
          <a:xfrm>
            <a:off x="7437240" y="1424520"/>
            <a:ext cx="283320" cy="283320"/>
          </a:xfrm>
          <a:prstGeom prst="ellipse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8" name=""/>
          <p:cNvSpPr/>
          <p:nvPr/>
        </p:nvSpPr>
        <p:spPr>
          <a:xfrm>
            <a:off x="7589160" y="1712520"/>
            <a:ext cx="360" cy="527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9" name=""/>
          <p:cNvSpPr/>
          <p:nvPr/>
        </p:nvSpPr>
        <p:spPr>
          <a:xfrm>
            <a:off x="7589160" y="1712520"/>
            <a:ext cx="529560" cy="2556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0" name=""/>
          <p:cNvSpPr/>
          <p:nvPr/>
        </p:nvSpPr>
        <p:spPr>
          <a:xfrm flipH="1">
            <a:off x="6968880" y="1712520"/>
            <a:ext cx="620280" cy="2556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1" name=""/>
          <p:cNvSpPr/>
          <p:nvPr/>
        </p:nvSpPr>
        <p:spPr>
          <a:xfrm flipH="1">
            <a:off x="7489800" y="2204640"/>
            <a:ext cx="86040" cy="4428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2" name=""/>
          <p:cNvSpPr/>
          <p:nvPr/>
        </p:nvSpPr>
        <p:spPr>
          <a:xfrm>
            <a:off x="7575840" y="2204640"/>
            <a:ext cx="245520" cy="4471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3" name=""/>
          <p:cNvSpPr/>
          <p:nvPr/>
        </p:nvSpPr>
        <p:spPr>
          <a:xfrm flipH="1">
            <a:off x="6765480" y="2076840"/>
            <a:ext cx="193320" cy="513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4" name=""/>
          <p:cNvSpPr/>
          <p:nvPr/>
        </p:nvSpPr>
        <p:spPr>
          <a:xfrm>
            <a:off x="6918480" y="2055960"/>
            <a:ext cx="187920" cy="6148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5" name=""/>
          <p:cNvSpPr/>
          <p:nvPr/>
        </p:nvSpPr>
        <p:spPr>
          <a:xfrm>
            <a:off x="8108640" y="2076840"/>
            <a:ext cx="266040" cy="468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6" name=""/>
          <p:cNvSpPr/>
          <p:nvPr/>
        </p:nvSpPr>
        <p:spPr>
          <a:xfrm>
            <a:off x="7980840" y="1968120"/>
            <a:ext cx="282960" cy="28296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7" name=""/>
          <p:cNvSpPr/>
          <p:nvPr/>
        </p:nvSpPr>
        <p:spPr>
          <a:xfrm>
            <a:off x="6803640" y="1968120"/>
            <a:ext cx="282960" cy="282960"/>
          </a:xfrm>
          <a:prstGeom prst="ellipse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8" name=""/>
          <p:cNvSpPr/>
          <p:nvPr/>
        </p:nvSpPr>
        <p:spPr>
          <a:xfrm>
            <a:off x="7437240" y="1968120"/>
            <a:ext cx="283320" cy="28296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9" name=""/>
          <p:cNvSpPr/>
          <p:nvPr/>
        </p:nvSpPr>
        <p:spPr>
          <a:xfrm>
            <a:off x="7336800" y="2544840"/>
            <a:ext cx="283320" cy="28332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0" name=""/>
          <p:cNvSpPr/>
          <p:nvPr/>
        </p:nvSpPr>
        <p:spPr>
          <a:xfrm>
            <a:off x="7653600" y="2544840"/>
            <a:ext cx="283320" cy="28332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1" name=""/>
          <p:cNvSpPr/>
          <p:nvPr/>
        </p:nvSpPr>
        <p:spPr>
          <a:xfrm>
            <a:off x="6974640" y="2544840"/>
            <a:ext cx="283320" cy="283320"/>
          </a:xfrm>
          <a:prstGeom prst="ellipse">
            <a:avLst/>
          </a:prstGeom>
          <a:solidFill>
            <a:srgbClr val="ff40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62" name=""/>
          <p:cNvSpPr/>
          <p:nvPr/>
        </p:nvSpPr>
        <p:spPr>
          <a:xfrm>
            <a:off x="6612480" y="2544840"/>
            <a:ext cx="282960" cy="283320"/>
          </a:xfrm>
          <a:prstGeom prst="ellipse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800" cy="9133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handleRequest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4" name="PlaceHolder 2"/>
          <p:cNvSpPr>
            <a:spLocks noGrp="1"/>
          </p:cNvSpPr>
          <p:nvPr>
            <p:ph/>
          </p:nvPr>
        </p:nvSpPr>
        <p:spPr>
          <a:xfrm>
            <a:off x="343080" y="966600"/>
            <a:ext cx="5598360" cy="34851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Prepare counter &amp; mac for the pkt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Place into queues for authentication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Send to memory / metadata cache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This starts the recursive hashing / authentication 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Writes are just placed in a queue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665" name="Google Shape;140;p 11"/>
          <p:cNvCxnSpPr/>
          <p:nvPr/>
        </p:nvCxnSpPr>
        <p:spPr>
          <a:xfrm>
            <a:off x="204480" y="721440"/>
            <a:ext cx="8744760" cy="1008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666" name="PlaceHolder 3"/>
          <p:cNvSpPr>
            <a:spLocks noGrp="1"/>
          </p:cNvSpPr>
          <p:nvPr>
            <p:ph type="sldNum" idx="95"/>
          </p:nvPr>
        </p:nvSpPr>
        <p:spPr>
          <a:xfrm>
            <a:off x="8472600" y="463356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59C710A-F5BA-4BE4-A1A0-8F1CCE622A06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19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800" cy="9133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handleResponse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8" name="PlaceHolder 2"/>
          <p:cNvSpPr>
            <a:spLocks noGrp="1"/>
          </p:cNvSpPr>
          <p:nvPr>
            <p:ph/>
          </p:nvPr>
        </p:nvSpPr>
        <p:spPr>
          <a:xfrm>
            <a:off x="343080" y="966600"/>
            <a:ext cx="8114400" cy="34851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Decryption &amp; authentication of responses from memory requests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Handle functions prepare pkts by checking, popping and placing into queues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Uses other functions to actually schedule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The important / complex thing to consider in all scenarios is the coontext of control flow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Debugging, development &amp; code reading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669" name="Google Shape;140;p 10"/>
          <p:cNvCxnSpPr/>
          <p:nvPr/>
        </p:nvCxnSpPr>
        <p:spPr>
          <a:xfrm>
            <a:off x="204480" y="721440"/>
            <a:ext cx="8744760" cy="1008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670" name="PlaceHolder 3"/>
          <p:cNvSpPr>
            <a:spLocks noGrp="1"/>
          </p:cNvSpPr>
          <p:nvPr>
            <p:ph type="sldNum" idx="96"/>
          </p:nvPr>
        </p:nvSpPr>
        <p:spPr>
          <a:xfrm>
            <a:off x="8472600" y="463356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E3FBC94-282F-4A66-92D0-0384FD53CD02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20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800" cy="9133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Port functions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2" name="PlaceHolder 2"/>
          <p:cNvSpPr>
            <a:spLocks noGrp="1"/>
          </p:cNvSpPr>
          <p:nvPr>
            <p:ph/>
          </p:nvPr>
        </p:nvSpPr>
        <p:spPr>
          <a:xfrm>
            <a:off x="343080" y="966600"/>
            <a:ext cx="8114400" cy="34851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Functions like sendPacket &amp; recvRespRetry manage blocked packets in a similar manner: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Pop / push pkts onto a </a:t>
            </a:r>
            <a:r>
              <a:rPr b="0" i="1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blocked_packets &amp; pending_*</a:t>
            </a: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queues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Calls handle functions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Important to consider the scope of the call (mem_side vs cpu_side)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673" name="Google Shape;140;p 12"/>
          <p:cNvCxnSpPr/>
          <p:nvPr/>
        </p:nvCxnSpPr>
        <p:spPr>
          <a:xfrm>
            <a:off x="204480" y="721440"/>
            <a:ext cx="8744760" cy="1008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674" name="PlaceHolder 3"/>
          <p:cNvSpPr>
            <a:spLocks noGrp="1"/>
          </p:cNvSpPr>
          <p:nvPr>
            <p:ph type="sldNum" idx="97"/>
          </p:nvPr>
        </p:nvSpPr>
        <p:spPr>
          <a:xfrm>
            <a:off x="8472600" y="463356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BB1674B-91DD-40E8-ADF1-68AC1AA1D8BC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21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800" cy="9133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handleCounterResponse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6" name="PlaceHolder 2"/>
          <p:cNvSpPr>
            <a:spLocks noGrp="1"/>
          </p:cNvSpPr>
          <p:nvPr>
            <p:ph/>
          </p:nvPr>
        </p:nvSpPr>
        <p:spPr>
          <a:xfrm>
            <a:off x="343080" y="966600"/>
            <a:ext cx="5598360" cy="34851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Check for data waiting on the counter: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Send for encryption / decryption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If pkt is a write, compute the MAC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677" name="Google Shape;140;p 9"/>
          <p:cNvCxnSpPr/>
          <p:nvPr/>
        </p:nvCxnSpPr>
        <p:spPr>
          <a:xfrm>
            <a:off x="204480" y="721440"/>
            <a:ext cx="8744760" cy="1008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678" name="PlaceHolder 3"/>
          <p:cNvSpPr>
            <a:spLocks noGrp="1"/>
          </p:cNvSpPr>
          <p:nvPr>
            <p:ph type="sldNum" idx="98"/>
          </p:nvPr>
        </p:nvSpPr>
        <p:spPr>
          <a:xfrm>
            <a:off x="8472600" y="463356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0BB68AF-82B2-4F8A-AF8B-88C1A4337FE6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22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800" cy="9133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handleMacResponse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0" name="PlaceHolder 2"/>
          <p:cNvSpPr>
            <a:spLocks noGrp="1"/>
          </p:cNvSpPr>
          <p:nvPr>
            <p:ph/>
          </p:nvPr>
        </p:nvSpPr>
        <p:spPr>
          <a:xfrm>
            <a:off x="343080" y="966600"/>
            <a:ext cx="5598360" cy="34851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Check for returned data waiting on a counter 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Push onto </a:t>
            </a:r>
            <a:r>
              <a:rPr b="0" i="1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pending_mac</a:t>
            </a:r>
            <a:r>
              <a:rPr b="0" lang="en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queue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681" name="Google Shape;140;p 13"/>
          <p:cNvCxnSpPr/>
          <p:nvPr/>
        </p:nvCxnSpPr>
        <p:spPr>
          <a:xfrm>
            <a:off x="204480" y="721440"/>
            <a:ext cx="8744760" cy="1008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682" name="PlaceHolder 3"/>
          <p:cNvSpPr>
            <a:spLocks noGrp="1"/>
          </p:cNvSpPr>
          <p:nvPr>
            <p:ph type="sldNum" idx="99"/>
          </p:nvPr>
        </p:nvSpPr>
        <p:spPr>
          <a:xfrm>
            <a:off x="8472600" y="463356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9E995A8-2206-4798-A756-7FF351F0DA1F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23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800" cy="9133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handleTreeResponse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4" name="PlaceHolder 2"/>
          <p:cNvSpPr>
            <a:spLocks noGrp="1"/>
          </p:cNvSpPr>
          <p:nvPr>
            <p:ph/>
          </p:nvPr>
        </p:nvSpPr>
        <p:spPr>
          <a:xfrm>
            <a:off x="343080" y="966600"/>
            <a:ext cx="7885800" cy="34851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Handles the recursive authentication of the integrity tree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Parent and all children nodes are authenticated 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Authenticates metadata &amp; sends to metadata cache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Mostly removes eligible pkts from </a:t>
            </a:r>
            <a:r>
              <a:rPr b="0" i="1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needs_authentication</a:t>
            </a:r>
            <a:r>
              <a:rPr b="0" lang="en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queue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685" name="Google Shape;140;p 8"/>
          <p:cNvCxnSpPr/>
          <p:nvPr/>
        </p:nvCxnSpPr>
        <p:spPr>
          <a:xfrm>
            <a:off x="204480" y="721440"/>
            <a:ext cx="8744760" cy="1008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686" name="PlaceHolder 3"/>
          <p:cNvSpPr>
            <a:spLocks noGrp="1"/>
          </p:cNvSpPr>
          <p:nvPr>
            <p:ph type="sldNum" idx="100"/>
          </p:nvPr>
        </p:nvSpPr>
        <p:spPr>
          <a:xfrm>
            <a:off x="8472600" y="463356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DD69FC0-9595-419B-9029-93D5B4F05519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24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800" cy="9133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handleMetadataCacheMiss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8" name="PlaceHolder 2"/>
          <p:cNvSpPr>
            <a:spLocks noGrp="1"/>
          </p:cNvSpPr>
          <p:nvPr>
            <p:ph/>
          </p:nvPr>
        </p:nvSpPr>
        <p:spPr>
          <a:xfrm>
            <a:off x="343080" y="966600"/>
            <a:ext cx="5598360" cy="34851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Adds pkt to authentication queue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Checks for eager fetch and sends parent pkt to metadata cache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Must be metadata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689" name="Google Shape;140;p 7"/>
          <p:cNvCxnSpPr/>
          <p:nvPr/>
        </p:nvCxnSpPr>
        <p:spPr>
          <a:xfrm>
            <a:off x="204480" y="721440"/>
            <a:ext cx="8744760" cy="1008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690" name="PlaceHolder 3"/>
          <p:cNvSpPr>
            <a:spLocks noGrp="1"/>
          </p:cNvSpPr>
          <p:nvPr>
            <p:ph type="sldNum" idx="101"/>
          </p:nvPr>
        </p:nvSpPr>
        <p:spPr>
          <a:xfrm>
            <a:off x="8472600" y="463356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5224868-CAA8-4116-9D72-4C72AA58A5C8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25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800" cy="9133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Conclusion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2" name="PlaceHolder 2"/>
          <p:cNvSpPr>
            <a:spLocks noGrp="1"/>
          </p:cNvSpPr>
          <p:nvPr>
            <p:ph/>
          </p:nvPr>
        </p:nvSpPr>
        <p:spPr>
          <a:xfrm>
            <a:off x="343080" y="966600"/>
            <a:ext cx="7885800" cy="34851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Everything is stored and processed through the pkt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The eventQueue schedules processes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Functions operate on shared queues in order to service pending pkts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The state of the system is the important thing to debug as problems arise and implementations progress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693" name="Google Shape;140;p 14"/>
          <p:cNvCxnSpPr/>
          <p:nvPr/>
        </p:nvCxnSpPr>
        <p:spPr>
          <a:xfrm>
            <a:off x="204480" y="721440"/>
            <a:ext cx="8744760" cy="1008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694" name="PlaceHolder 3"/>
          <p:cNvSpPr>
            <a:spLocks noGrp="1"/>
          </p:cNvSpPr>
          <p:nvPr>
            <p:ph type="sldNum" idx="102"/>
          </p:nvPr>
        </p:nvSpPr>
        <p:spPr>
          <a:xfrm>
            <a:off x="8472600" y="463356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4E49214-88D3-41D4-AB8D-16EE30BA9F62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26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800" cy="9133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Sources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6" name="PlaceHolder 2"/>
          <p:cNvSpPr>
            <a:spLocks noGrp="1"/>
          </p:cNvSpPr>
          <p:nvPr>
            <p:ph/>
          </p:nvPr>
        </p:nvSpPr>
        <p:spPr>
          <a:xfrm>
            <a:off x="343080" y="606600"/>
            <a:ext cx="8305560" cy="44110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[1]</a:t>
            </a:r>
            <a:r>
              <a:rPr b="0" lang="en" sz="14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 Dayeol Lee (2022) Building Trusted Execution Environments. In: </a:t>
            </a:r>
            <a:r>
              <a:rPr b="0" i="1" lang="en" sz="14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A dissertation submitted in partial satisfaction of the requirements for the degree of Doctor of Philosophy in Computer Science in the Graduate Division of the University of California, Berkeley</a:t>
            </a:r>
            <a:r>
              <a:rPr b="0" lang="en" sz="14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. 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[2] Chenyu Yan, Brian Rogers, Daniel Englender, et. al. (2006) Improving Cost, Performance, and Security of Memory Encryption and Authentication. In: </a:t>
            </a:r>
            <a:r>
              <a:rPr b="0" i="1" lang="en" sz="14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Proceedings of the 33rd International Symposium on Computer Architecture (ISCA’06)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[3] Brian Rogers &amp; Milos Prvulovic (2007) Using address independent seed encryption and bonsai merkle trees to make secure processors OS-and performance-friendly. In: </a:t>
            </a:r>
            <a:r>
              <a:rPr b="0" i="1" lang="en" sz="14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40th IEEE/ACM International Symposium on Microarchitecture (MICRO’07)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[4] Zach Moolman &amp; Tamara Silbergleit Lehman (2024) Extending RISC-V Keystone to Include Efficient Secure Memory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[5] The RISC-V Instruction Set Manual: Volume II Privileged Architecture. Version 20240411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[6] Samuel Thomas (2025) Towards A Practical Secure Memory for Practical Development 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697" name="Google Shape;207;p28"/>
          <p:cNvCxnSpPr/>
          <p:nvPr/>
        </p:nvCxnSpPr>
        <p:spPr>
          <a:xfrm>
            <a:off x="204480" y="721440"/>
            <a:ext cx="8744760" cy="1008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698" name="PlaceHolder 3"/>
          <p:cNvSpPr>
            <a:spLocks noGrp="1"/>
          </p:cNvSpPr>
          <p:nvPr>
            <p:ph type="sldNum" idx="103"/>
          </p:nvPr>
        </p:nvSpPr>
        <p:spPr>
          <a:xfrm>
            <a:off x="8472600" y="463356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11F1B9D-9175-43F4-A629-E8CD5DD1627A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27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9" name="Google Shape;114;p 5"/>
          <p:cNvCxnSpPr/>
          <p:nvPr/>
        </p:nvCxnSpPr>
        <p:spPr>
          <a:xfrm>
            <a:off x="204480" y="721440"/>
            <a:ext cx="8751240" cy="1656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700" name="PlaceHolder 1"/>
          <p:cNvSpPr>
            <a:spLocks noGrp="1"/>
          </p:cNvSpPr>
          <p:nvPr>
            <p:ph type="sldNum" idx="104"/>
          </p:nvPr>
        </p:nvSpPr>
        <p:spPr>
          <a:xfrm>
            <a:off x="8472600" y="4633560"/>
            <a:ext cx="532440" cy="37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3993657-5061-45DD-8936-B46878BFE594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28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01" name="PlaceHolder 2"/>
          <p:cNvSpPr>
            <a:spLocks noGrp="1"/>
          </p:cNvSpPr>
          <p:nvPr>
            <p:ph type="title"/>
          </p:nvPr>
        </p:nvSpPr>
        <p:spPr>
          <a:xfrm>
            <a:off x="1028880" y="171360"/>
            <a:ext cx="7081920" cy="90684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Where does Secure Memory fit in?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2" name=""/>
          <p:cNvSpPr/>
          <p:nvPr/>
        </p:nvSpPr>
        <p:spPr>
          <a:xfrm>
            <a:off x="5409720" y="2128320"/>
            <a:ext cx="62388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703" name=""/>
          <p:cNvSpPr/>
          <p:nvPr/>
        </p:nvSpPr>
        <p:spPr>
          <a:xfrm>
            <a:off x="5532480" y="2490120"/>
            <a:ext cx="2433960" cy="1118520"/>
          </a:xfrm>
          <a:prstGeom prst="rect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704" name=""/>
          <p:cNvSpPr/>
          <p:nvPr/>
        </p:nvSpPr>
        <p:spPr>
          <a:xfrm>
            <a:off x="6728040" y="212832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705" name=""/>
          <p:cNvSpPr/>
          <p:nvPr/>
        </p:nvSpPr>
        <p:spPr>
          <a:xfrm flipH="1">
            <a:off x="7405200" y="2128320"/>
            <a:ext cx="77472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706" name=""/>
          <p:cNvSpPr/>
          <p:nvPr/>
        </p:nvSpPr>
        <p:spPr>
          <a:xfrm>
            <a:off x="5884200" y="2978640"/>
            <a:ext cx="2049840" cy="552600"/>
          </a:xfrm>
          <a:prstGeom prst="roundRect">
            <a:avLst>
              <a:gd name="adj" fmla="val 16667"/>
            </a:avLst>
          </a:prstGeom>
          <a:solidFill>
            <a:srgbClr val="ffb66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Secure Memory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7" name=""/>
          <p:cNvSpPr/>
          <p:nvPr/>
        </p:nvSpPr>
        <p:spPr>
          <a:xfrm>
            <a:off x="5532480" y="2515680"/>
            <a:ext cx="2007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RISC-V Keystone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8" name=""/>
          <p:cNvSpPr/>
          <p:nvPr/>
        </p:nvSpPr>
        <p:spPr>
          <a:xfrm>
            <a:off x="4566600" y="1049400"/>
            <a:ext cx="4328640" cy="109836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9" name=""/>
          <p:cNvSpPr/>
          <p:nvPr/>
        </p:nvSpPr>
        <p:spPr>
          <a:xfrm>
            <a:off x="4695840" y="1400760"/>
            <a:ext cx="1160280" cy="54540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Application Thread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0" name=""/>
          <p:cNvSpPr/>
          <p:nvPr/>
        </p:nvSpPr>
        <p:spPr>
          <a:xfrm>
            <a:off x="6175800" y="1400760"/>
            <a:ext cx="1120680" cy="54540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Operating System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1" name=""/>
          <p:cNvSpPr/>
          <p:nvPr/>
        </p:nvSpPr>
        <p:spPr>
          <a:xfrm>
            <a:off x="7586640" y="1400760"/>
            <a:ext cx="1182240" cy="54540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Remote or Cloud User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2" name=""/>
          <p:cNvSpPr/>
          <p:nvPr/>
        </p:nvSpPr>
        <p:spPr>
          <a:xfrm>
            <a:off x="4720320" y="1051200"/>
            <a:ext cx="402588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Potentially Malicious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3" name=""/>
          <p:cNvSpPr/>
          <p:nvPr/>
        </p:nvSpPr>
        <p:spPr>
          <a:xfrm flipV="1">
            <a:off x="6728760" y="363492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714" name=""/>
          <p:cNvSpPr/>
          <p:nvPr/>
        </p:nvSpPr>
        <p:spPr>
          <a:xfrm>
            <a:off x="5119200" y="3888000"/>
            <a:ext cx="3196440" cy="45252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Storage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5" name="PlaceHolder 9"/>
          <p:cNvSpPr/>
          <p:nvPr/>
        </p:nvSpPr>
        <p:spPr>
          <a:xfrm>
            <a:off x="685800" y="4932000"/>
            <a:ext cx="799668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7680" rIns="67680" tIns="33840" bIns="33840" anchor="t">
            <a:noAutofit/>
          </a:bodyPr>
          <a:p>
            <a:pPr marL="177840">
              <a:lnSpc>
                <a:spcPct val="90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" sz="9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Chenyu Yan, Brian Rogers, Daniel Englender, et al. (2006) Improving Cost, Performance, and Security of Memory Encryption and Authentication. </a:t>
            </a:r>
            <a:r>
              <a:rPr b="0" i="1" lang="en" sz="9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(ISCA’06)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6" name="PlaceHolder 10"/>
          <p:cNvSpPr/>
          <p:nvPr/>
        </p:nvSpPr>
        <p:spPr>
          <a:xfrm>
            <a:off x="343080" y="830160"/>
            <a:ext cx="4224600" cy="37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7680" rIns="67680" tIns="33840" bIns="33840" anchor="t">
            <a:noAutofit/>
          </a:bodyPr>
          <a:p>
            <a:pPr marL="177840">
              <a:lnSpc>
                <a:spcPct val="100000"/>
              </a:lnSpc>
              <a:tabLst>
                <a:tab algn="l" pos="0"/>
              </a:tabLst>
            </a:pPr>
            <a:r>
              <a:rPr b="0" lang="en" sz="21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Secure memory methods protect SoCs against off-chip memory corruption by additionally: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Encrypting / Decrypting protected memory 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Storing and checking an integrity tree to verify data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" sz="21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These checks result in latencies both in encryption and memory 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"/>
          <p:cNvSpPr/>
          <p:nvPr/>
        </p:nvSpPr>
        <p:spPr>
          <a:xfrm flipV="1">
            <a:off x="7125120" y="371664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718" name=""/>
          <p:cNvSpPr/>
          <p:nvPr/>
        </p:nvSpPr>
        <p:spPr>
          <a:xfrm flipV="1">
            <a:off x="7413480" y="372636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719" name=""/>
          <p:cNvSpPr/>
          <p:nvPr/>
        </p:nvSpPr>
        <p:spPr>
          <a:xfrm flipV="1">
            <a:off x="7701480" y="372636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720" name=""/>
          <p:cNvSpPr/>
          <p:nvPr/>
        </p:nvSpPr>
        <p:spPr>
          <a:xfrm flipV="1">
            <a:off x="7953480" y="372636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721" name=""/>
          <p:cNvSpPr/>
          <p:nvPr/>
        </p:nvSpPr>
        <p:spPr>
          <a:xfrm flipV="1">
            <a:off x="8421480" y="372636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cxnSp>
        <p:nvCxnSpPr>
          <p:cNvPr id="722" name="Google Shape;114;p 9"/>
          <p:cNvCxnSpPr/>
          <p:nvPr/>
        </p:nvCxnSpPr>
        <p:spPr>
          <a:xfrm>
            <a:off x="204480" y="721440"/>
            <a:ext cx="8751240" cy="1656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723" name="PlaceHolder 1"/>
          <p:cNvSpPr>
            <a:spLocks noGrp="1"/>
          </p:cNvSpPr>
          <p:nvPr>
            <p:ph type="sldNum" idx="105"/>
          </p:nvPr>
        </p:nvSpPr>
        <p:spPr>
          <a:xfrm>
            <a:off x="8472600" y="4633560"/>
            <a:ext cx="532440" cy="37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77CB463-CF5A-4148-AF2A-D34E4E6D0104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29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24" name="PlaceHolder 2"/>
          <p:cNvSpPr>
            <a:spLocks noGrp="1"/>
          </p:cNvSpPr>
          <p:nvPr>
            <p:ph type="title"/>
          </p:nvPr>
        </p:nvSpPr>
        <p:spPr>
          <a:xfrm>
            <a:off x="1028880" y="171360"/>
            <a:ext cx="7081920" cy="90684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Secure Memory Incurs Latency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5" name=""/>
          <p:cNvSpPr/>
          <p:nvPr/>
        </p:nvSpPr>
        <p:spPr>
          <a:xfrm>
            <a:off x="5532480" y="942120"/>
            <a:ext cx="2433960" cy="1118520"/>
          </a:xfrm>
          <a:prstGeom prst="rect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726" name=""/>
          <p:cNvSpPr/>
          <p:nvPr/>
        </p:nvSpPr>
        <p:spPr>
          <a:xfrm>
            <a:off x="5884200" y="1430640"/>
            <a:ext cx="2049840" cy="552600"/>
          </a:xfrm>
          <a:prstGeom prst="roundRect">
            <a:avLst>
              <a:gd name="adj" fmla="val 16667"/>
            </a:avLst>
          </a:prstGeom>
          <a:solidFill>
            <a:srgbClr val="ffb66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Secure Memory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7" name=""/>
          <p:cNvSpPr/>
          <p:nvPr/>
        </p:nvSpPr>
        <p:spPr>
          <a:xfrm>
            <a:off x="4927320" y="1039680"/>
            <a:ext cx="3161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RISC-V Keystone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8" name=""/>
          <p:cNvSpPr/>
          <p:nvPr/>
        </p:nvSpPr>
        <p:spPr>
          <a:xfrm>
            <a:off x="5407200" y="3888000"/>
            <a:ext cx="3196440" cy="45252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9" name="PlaceHolder 15"/>
          <p:cNvSpPr/>
          <p:nvPr/>
        </p:nvSpPr>
        <p:spPr>
          <a:xfrm>
            <a:off x="685800" y="4932000"/>
            <a:ext cx="799668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7680" rIns="67680" tIns="33840" bIns="33840" anchor="t">
            <a:noAutofit/>
          </a:bodyPr>
          <a:p>
            <a:pPr marL="177840">
              <a:lnSpc>
                <a:spcPct val="90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" sz="9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Chenyu Yan, Brian Rogers, Daniel Englender, et al. (2006) Improving Cost, Performance, and Security of Memory Encryption and Authentication. </a:t>
            </a:r>
            <a:r>
              <a:rPr b="0" i="1" lang="en" sz="9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(ISCA’06)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0" name=""/>
          <p:cNvSpPr/>
          <p:nvPr/>
        </p:nvSpPr>
        <p:spPr>
          <a:xfrm>
            <a:off x="7687800" y="1758240"/>
            <a:ext cx="225000" cy="225000"/>
          </a:xfrm>
          <a:prstGeom prst="ellipse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1" name="PlaceHolder 16"/>
          <p:cNvSpPr/>
          <p:nvPr/>
        </p:nvSpPr>
        <p:spPr>
          <a:xfrm>
            <a:off x="343080" y="830160"/>
            <a:ext cx="4911120" cy="37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7680" rIns="67680" tIns="33840" bIns="33840" anchor="t">
            <a:noAutofit/>
          </a:bodyPr>
          <a:p>
            <a:pPr marL="457200" indent="-3618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</a:pPr>
            <a:r>
              <a:rPr b="0" lang="en" sz="21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An integrity tree, or Merkle tree, is simply a hash tree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" sz="18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Each parent is the hash of its children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Root is kept on-chip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618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  <a:tabLst>
                <a:tab algn="l" pos="0"/>
              </a:tabLst>
            </a:pPr>
            <a:r>
              <a:rPr b="0" lang="en" sz="21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On a memory fetch, the core must additionally: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Check that the data hash matches a leaf and the parent has not been tampered with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Recursively check each node up to the root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2" name=""/>
          <p:cNvSpPr/>
          <p:nvPr/>
        </p:nvSpPr>
        <p:spPr>
          <a:xfrm rot="5400000">
            <a:off x="6913080" y="4008600"/>
            <a:ext cx="4435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data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3" name=""/>
          <p:cNvSpPr/>
          <p:nvPr/>
        </p:nvSpPr>
        <p:spPr>
          <a:xfrm rot="5400000">
            <a:off x="7194960" y="4008600"/>
            <a:ext cx="4435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data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4" name=""/>
          <p:cNvSpPr/>
          <p:nvPr/>
        </p:nvSpPr>
        <p:spPr>
          <a:xfrm rot="5400000">
            <a:off x="7477200" y="4008600"/>
            <a:ext cx="4435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data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5" name=""/>
          <p:cNvSpPr/>
          <p:nvPr/>
        </p:nvSpPr>
        <p:spPr>
          <a:xfrm rot="5400000">
            <a:off x="7723800" y="4008600"/>
            <a:ext cx="4435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data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6" name=""/>
          <p:cNvSpPr/>
          <p:nvPr/>
        </p:nvSpPr>
        <p:spPr>
          <a:xfrm rot="5400000">
            <a:off x="8216280" y="4008600"/>
            <a:ext cx="4435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data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7" name=""/>
          <p:cNvSpPr/>
          <p:nvPr/>
        </p:nvSpPr>
        <p:spPr>
          <a:xfrm>
            <a:off x="7808400" y="1987200"/>
            <a:ext cx="360" cy="419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8" name=""/>
          <p:cNvSpPr/>
          <p:nvPr/>
        </p:nvSpPr>
        <p:spPr>
          <a:xfrm>
            <a:off x="7808400" y="1987200"/>
            <a:ext cx="421200" cy="203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9" name=""/>
          <p:cNvSpPr/>
          <p:nvPr/>
        </p:nvSpPr>
        <p:spPr>
          <a:xfrm flipH="1">
            <a:off x="7315200" y="1987200"/>
            <a:ext cx="493200" cy="203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0" name=""/>
          <p:cNvSpPr/>
          <p:nvPr/>
        </p:nvSpPr>
        <p:spPr>
          <a:xfrm flipH="1">
            <a:off x="7737480" y="2387880"/>
            <a:ext cx="68400" cy="3520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1" name=""/>
          <p:cNvSpPr/>
          <p:nvPr/>
        </p:nvSpPr>
        <p:spPr>
          <a:xfrm>
            <a:off x="7615800" y="2658240"/>
            <a:ext cx="225000" cy="225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2" name=""/>
          <p:cNvSpPr/>
          <p:nvPr/>
        </p:nvSpPr>
        <p:spPr>
          <a:xfrm rot="5400000">
            <a:off x="6871320" y="3282480"/>
            <a:ext cx="5281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hash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3" name=""/>
          <p:cNvSpPr/>
          <p:nvPr/>
        </p:nvSpPr>
        <p:spPr>
          <a:xfrm rot="5400000">
            <a:off x="7159680" y="3282480"/>
            <a:ext cx="5281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hash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4" name=""/>
          <p:cNvSpPr/>
          <p:nvPr/>
        </p:nvSpPr>
        <p:spPr>
          <a:xfrm rot="5400000">
            <a:off x="7447680" y="3282480"/>
            <a:ext cx="5281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hash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5" name=""/>
          <p:cNvSpPr/>
          <p:nvPr/>
        </p:nvSpPr>
        <p:spPr>
          <a:xfrm rot="5400000">
            <a:off x="7699680" y="3282480"/>
            <a:ext cx="5281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hash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6" name=""/>
          <p:cNvSpPr/>
          <p:nvPr/>
        </p:nvSpPr>
        <p:spPr>
          <a:xfrm rot="5400000">
            <a:off x="8167680" y="3282480"/>
            <a:ext cx="5281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hash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7" name=""/>
          <p:cNvSpPr/>
          <p:nvPr/>
        </p:nvSpPr>
        <p:spPr>
          <a:xfrm>
            <a:off x="7805880" y="2387880"/>
            <a:ext cx="195120" cy="3553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8" name=""/>
          <p:cNvSpPr/>
          <p:nvPr/>
        </p:nvSpPr>
        <p:spPr>
          <a:xfrm>
            <a:off x="7867800" y="2658240"/>
            <a:ext cx="225000" cy="225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9" name=""/>
          <p:cNvSpPr/>
          <p:nvPr/>
        </p:nvSpPr>
        <p:spPr>
          <a:xfrm flipH="1">
            <a:off x="7161480" y="2286000"/>
            <a:ext cx="153720" cy="4082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0" name=""/>
          <p:cNvSpPr/>
          <p:nvPr/>
        </p:nvSpPr>
        <p:spPr>
          <a:xfrm>
            <a:off x="7283160" y="2269440"/>
            <a:ext cx="149400" cy="4888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1" name=""/>
          <p:cNvSpPr/>
          <p:nvPr/>
        </p:nvSpPr>
        <p:spPr>
          <a:xfrm>
            <a:off x="8229600" y="2286000"/>
            <a:ext cx="211320" cy="3722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2" name=""/>
          <p:cNvSpPr/>
          <p:nvPr/>
        </p:nvSpPr>
        <p:spPr>
          <a:xfrm>
            <a:off x="8119800" y="2190240"/>
            <a:ext cx="225000" cy="225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3" name=""/>
          <p:cNvSpPr/>
          <p:nvPr/>
        </p:nvSpPr>
        <p:spPr>
          <a:xfrm>
            <a:off x="7327800" y="2658240"/>
            <a:ext cx="225000" cy="225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4" name=""/>
          <p:cNvSpPr/>
          <p:nvPr/>
        </p:nvSpPr>
        <p:spPr>
          <a:xfrm>
            <a:off x="8335800" y="2658240"/>
            <a:ext cx="225000" cy="225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5" name=""/>
          <p:cNvSpPr/>
          <p:nvPr/>
        </p:nvSpPr>
        <p:spPr>
          <a:xfrm>
            <a:off x="7039800" y="2658240"/>
            <a:ext cx="225000" cy="225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6" name=""/>
          <p:cNvSpPr/>
          <p:nvPr/>
        </p:nvSpPr>
        <p:spPr>
          <a:xfrm>
            <a:off x="7183800" y="2190240"/>
            <a:ext cx="225000" cy="225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7" name=""/>
          <p:cNvSpPr/>
          <p:nvPr/>
        </p:nvSpPr>
        <p:spPr>
          <a:xfrm>
            <a:off x="7687800" y="2190240"/>
            <a:ext cx="225000" cy="225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8" name=""/>
          <p:cNvSpPr/>
          <p:nvPr/>
        </p:nvSpPr>
        <p:spPr>
          <a:xfrm flipV="1">
            <a:off x="7122600" y="288684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9" name=""/>
          <p:cNvSpPr/>
          <p:nvPr/>
        </p:nvSpPr>
        <p:spPr>
          <a:xfrm flipV="1">
            <a:off x="7446600" y="288720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0" name=""/>
          <p:cNvSpPr/>
          <p:nvPr/>
        </p:nvSpPr>
        <p:spPr>
          <a:xfrm flipV="1">
            <a:off x="7698600" y="288720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1" name=""/>
          <p:cNvSpPr/>
          <p:nvPr/>
        </p:nvSpPr>
        <p:spPr>
          <a:xfrm flipV="1">
            <a:off x="7986600" y="288720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2" name=""/>
          <p:cNvSpPr/>
          <p:nvPr/>
        </p:nvSpPr>
        <p:spPr>
          <a:xfrm flipV="1">
            <a:off x="8454600" y="288720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"/>
          <p:cNvSpPr/>
          <p:nvPr/>
        </p:nvSpPr>
        <p:spPr>
          <a:xfrm flipV="1">
            <a:off x="7125120" y="3716640"/>
            <a:ext cx="360" cy="325800"/>
          </a:xfrm>
          <a:prstGeom prst="line">
            <a:avLst/>
          </a:prstGeom>
          <a:ln w="38160">
            <a:solidFill>
              <a:srgbClr val="77bc6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764" name=""/>
          <p:cNvSpPr/>
          <p:nvPr/>
        </p:nvSpPr>
        <p:spPr>
          <a:xfrm flipV="1">
            <a:off x="7413480" y="372636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765" name=""/>
          <p:cNvSpPr/>
          <p:nvPr/>
        </p:nvSpPr>
        <p:spPr>
          <a:xfrm flipV="1">
            <a:off x="7701480" y="372636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766" name=""/>
          <p:cNvSpPr/>
          <p:nvPr/>
        </p:nvSpPr>
        <p:spPr>
          <a:xfrm flipV="1">
            <a:off x="7953480" y="372636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767" name=""/>
          <p:cNvSpPr/>
          <p:nvPr/>
        </p:nvSpPr>
        <p:spPr>
          <a:xfrm flipV="1">
            <a:off x="8421480" y="372636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cxnSp>
        <p:nvCxnSpPr>
          <p:cNvPr id="768" name="Google Shape;114;p 10"/>
          <p:cNvCxnSpPr/>
          <p:nvPr/>
        </p:nvCxnSpPr>
        <p:spPr>
          <a:xfrm>
            <a:off x="204480" y="721440"/>
            <a:ext cx="8751240" cy="1656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769" name="PlaceHolder 1"/>
          <p:cNvSpPr>
            <a:spLocks noGrp="1"/>
          </p:cNvSpPr>
          <p:nvPr>
            <p:ph type="sldNum" idx="106"/>
          </p:nvPr>
        </p:nvSpPr>
        <p:spPr>
          <a:xfrm>
            <a:off x="8472600" y="4633560"/>
            <a:ext cx="532440" cy="37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D41822A-DCFD-45F8-9E18-A1BC87F86F75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30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70" name="PlaceHolder 2"/>
          <p:cNvSpPr>
            <a:spLocks noGrp="1"/>
          </p:cNvSpPr>
          <p:nvPr>
            <p:ph type="title"/>
          </p:nvPr>
        </p:nvSpPr>
        <p:spPr>
          <a:xfrm>
            <a:off x="1028880" y="171360"/>
            <a:ext cx="7081920" cy="90684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Secure Memory Incurs Latency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1" name=""/>
          <p:cNvSpPr/>
          <p:nvPr/>
        </p:nvSpPr>
        <p:spPr>
          <a:xfrm>
            <a:off x="5532480" y="942120"/>
            <a:ext cx="2433960" cy="1118520"/>
          </a:xfrm>
          <a:prstGeom prst="rect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772" name=""/>
          <p:cNvSpPr/>
          <p:nvPr/>
        </p:nvSpPr>
        <p:spPr>
          <a:xfrm>
            <a:off x="5884200" y="1430640"/>
            <a:ext cx="2049840" cy="552600"/>
          </a:xfrm>
          <a:prstGeom prst="roundRect">
            <a:avLst>
              <a:gd name="adj" fmla="val 16667"/>
            </a:avLst>
          </a:prstGeom>
          <a:solidFill>
            <a:srgbClr val="ffb66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Secure Memory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3" name=""/>
          <p:cNvSpPr/>
          <p:nvPr/>
        </p:nvSpPr>
        <p:spPr>
          <a:xfrm>
            <a:off x="4927320" y="1039680"/>
            <a:ext cx="3161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RISC-V Keystone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4" name=""/>
          <p:cNvSpPr/>
          <p:nvPr/>
        </p:nvSpPr>
        <p:spPr>
          <a:xfrm>
            <a:off x="5407200" y="3888000"/>
            <a:ext cx="3196440" cy="45252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5" name="PlaceHolder 22"/>
          <p:cNvSpPr/>
          <p:nvPr/>
        </p:nvSpPr>
        <p:spPr>
          <a:xfrm>
            <a:off x="685800" y="4932000"/>
            <a:ext cx="799668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7680" rIns="67680" tIns="33840" bIns="33840" anchor="t">
            <a:noAutofit/>
          </a:bodyPr>
          <a:p>
            <a:pPr marL="177840">
              <a:lnSpc>
                <a:spcPct val="90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" sz="9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Chenyu Yan, Brian Rogers, Daniel Englender, et al. (2006) Improving Cost, Performance, and Security of Memory Encryption and Authentication. </a:t>
            </a:r>
            <a:r>
              <a:rPr b="0" i="1" lang="en" sz="9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(ISCA’06)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6" name=""/>
          <p:cNvSpPr/>
          <p:nvPr/>
        </p:nvSpPr>
        <p:spPr>
          <a:xfrm>
            <a:off x="7687800" y="1758240"/>
            <a:ext cx="225000" cy="225000"/>
          </a:xfrm>
          <a:prstGeom prst="ellipse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7" name="PlaceHolder 23"/>
          <p:cNvSpPr/>
          <p:nvPr/>
        </p:nvSpPr>
        <p:spPr>
          <a:xfrm>
            <a:off x="343080" y="830160"/>
            <a:ext cx="4911120" cy="37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7680" rIns="67680" tIns="33840" bIns="33840" anchor="t">
            <a:noAutofit/>
          </a:bodyPr>
          <a:p>
            <a:pPr marL="457200" indent="-3618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</a:pPr>
            <a:r>
              <a:rPr b="0" lang="en" sz="21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An integrity tree, or Merkle tree, is simply a hash tree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" sz="18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Each parent is the hash of its children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Root is kept on-chip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618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  <a:tabLst>
                <a:tab algn="l" pos="0"/>
              </a:tabLst>
            </a:pPr>
            <a:r>
              <a:rPr b="0" lang="en" sz="21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On a memory fetch, the core must additionally: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Check that the data hash matches a leaf and the parent has not been tampered with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Recursively check each node up to the root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8" name=""/>
          <p:cNvSpPr/>
          <p:nvPr/>
        </p:nvSpPr>
        <p:spPr>
          <a:xfrm rot="5400000">
            <a:off x="6913080" y="4008600"/>
            <a:ext cx="4435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data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9" name=""/>
          <p:cNvSpPr/>
          <p:nvPr/>
        </p:nvSpPr>
        <p:spPr>
          <a:xfrm rot="5400000">
            <a:off x="7194960" y="4008600"/>
            <a:ext cx="4435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data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0" name=""/>
          <p:cNvSpPr/>
          <p:nvPr/>
        </p:nvSpPr>
        <p:spPr>
          <a:xfrm rot="5400000">
            <a:off x="7477200" y="4008600"/>
            <a:ext cx="4435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data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1" name=""/>
          <p:cNvSpPr/>
          <p:nvPr/>
        </p:nvSpPr>
        <p:spPr>
          <a:xfrm rot="5400000">
            <a:off x="7723800" y="4008600"/>
            <a:ext cx="4435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data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2" name=""/>
          <p:cNvSpPr/>
          <p:nvPr/>
        </p:nvSpPr>
        <p:spPr>
          <a:xfrm rot="5400000">
            <a:off x="8216280" y="4008600"/>
            <a:ext cx="4435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data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3" name=""/>
          <p:cNvSpPr/>
          <p:nvPr/>
        </p:nvSpPr>
        <p:spPr>
          <a:xfrm>
            <a:off x="7808400" y="1987200"/>
            <a:ext cx="360" cy="419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4" name=""/>
          <p:cNvSpPr/>
          <p:nvPr/>
        </p:nvSpPr>
        <p:spPr>
          <a:xfrm>
            <a:off x="7808400" y="1987200"/>
            <a:ext cx="421200" cy="203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5" name=""/>
          <p:cNvSpPr/>
          <p:nvPr/>
        </p:nvSpPr>
        <p:spPr>
          <a:xfrm flipH="1">
            <a:off x="7315200" y="1987200"/>
            <a:ext cx="493200" cy="203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6" name=""/>
          <p:cNvSpPr/>
          <p:nvPr/>
        </p:nvSpPr>
        <p:spPr>
          <a:xfrm flipH="1">
            <a:off x="7737480" y="2387880"/>
            <a:ext cx="68400" cy="3520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7" name=""/>
          <p:cNvSpPr/>
          <p:nvPr/>
        </p:nvSpPr>
        <p:spPr>
          <a:xfrm>
            <a:off x="7615800" y="2658240"/>
            <a:ext cx="225000" cy="225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8" name=""/>
          <p:cNvSpPr/>
          <p:nvPr/>
        </p:nvSpPr>
        <p:spPr>
          <a:xfrm rot="5400000">
            <a:off x="6871320" y="3282480"/>
            <a:ext cx="528120" cy="219960"/>
          </a:xfrm>
          <a:prstGeom prst="rect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hash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9" name=""/>
          <p:cNvSpPr/>
          <p:nvPr/>
        </p:nvSpPr>
        <p:spPr>
          <a:xfrm rot="5400000">
            <a:off x="7159680" y="3282480"/>
            <a:ext cx="5281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hash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0" name=""/>
          <p:cNvSpPr/>
          <p:nvPr/>
        </p:nvSpPr>
        <p:spPr>
          <a:xfrm rot="5400000">
            <a:off x="7447680" y="3282480"/>
            <a:ext cx="5281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hash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1" name=""/>
          <p:cNvSpPr/>
          <p:nvPr/>
        </p:nvSpPr>
        <p:spPr>
          <a:xfrm rot="5400000">
            <a:off x="7699680" y="3282480"/>
            <a:ext cx="5281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hash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2" name=""/>
          <p:cNvSpPr/>
          <p:nvPr/>
        </p:nvSpPr>
        <p:spPr>
          <a:xfrm rot="5400000">
            <a:off x="8167680" y="3282480"/>
            <a:ext cx="5281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hash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3" name=""/>
          <p:cNvSpPr/>
          <p:nvPr/>
        </p:nvSpPr>
        <p:spPr>
          <a:xfrm>
            <a:off x="7805880" y="2387880"/>
            <a:ext cx="195120" cy="3553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4" name=""/>
          <p:cNvSpPr/>
          <p:nvPr/>
        </p:nvSpPr>
        <p:spPr>
          <a:xfrm>
            <a:off x="7867800" y="2658240"/>
            <a:ext cx="225000" cy="225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5" name=""/>
          <p:cNvSpPr/>
          <p:nvPr/>
        </p:nvSpPr>
        <p:spPr>
          <a:xfrm flipH="1">
            <a:off x="7161480" y="2286000"/>
            <a:ext cx="153720" cy="4082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6" name=""/>
          <p:cNvSpPr/>
          <p:nvPr/>
        </p:nvSpPr>
        <p:spPr>
          <a:xfrm>
            <a:off x="7283160" y="2269440"/>
            <a:ext cx="149400" cy="4888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7" name=""/>
          <p:cNvSpPr/>
          <p:nvPr/>
        </p:nvSpPr>
        <p:spPr>
          <a:xfrm>
            <a:off x="8229600" y="2286000"/>
            <a:ext cx="211320" cy="3722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8" name=""/>
          <p:cNvSpPr/>
          <p:nvPr/>
        </p:nvSpPr>
        <p:spPr>
          <a:xfrm>
            <a:off x="8119800" y="2190240"/>
            <a:ext cx="225000" cy="225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9" name=""/>
          <p:cNvSpPr/>
          <p:nvPr/>
        </p:nvSpPr>
        <p:spPr>
          <a:xfrm>
            <a:off x="7327800" y="2658240"/>
            <a:ext cx="225000" cy="225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0" name=""/>
          <p:cNvSpPr/>
          <p:nvPr/>
        </p:nvSpPr>
        <p:spPr>
          <a:xfrm>
            <a:off x="8335800" y="2658240"/>
            <a:ext cx="225000" cy="225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1" name=""/>
          <p:cNvSpPr/>
          <p:nvPr/>
        </p:nvSpPr>
        <p:spPr>
          <a:xfrm>
            <a:off x="7039800" y="2658240"/>
            <a:ext cx="225000" cy="225000"/>
          </a:xfrm>
          <a:prstGeom prst="ellipse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2" name=""/>
          <p:cNvSpPr/>
          <p:nvPr/>
        </p:nvSpPr>
        <p:spPr>
          <a:xfrm>
            <a:off x="7183800" y="2190240"/>
            <a:ext cx="225000" cy="225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3" name=""/>
          <p:cNvSpPr/>
          <p:nvPr/>
        </p:nvSpPr>
        <p:spPr>
          <a:xfrm>
            <a:off x="7687800" y="2190240"/>
            <a:ext cx="225000" cy="225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4" name=""/>
          <p:cNvSpPr/>
          <p:nvPr/>
        </p:nvSpPr>
        <p:spPr>
          <a:xfrm flipV="1">
            <a:off x="7122600" y="288684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5" name=""/>
          <p:cNvSpPr/>
          <p:nvPr/>
        </p:nvSpPr>
        <p:spPr>
          <a:xfrm flipV="1">
            <a:off x="7446600" y="288720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6" name=""/>
          <p:cNvSpPr/>
          <p:nvPr/>
        </p:nvSpPr>
        <p:spPr>
          <a:xfrm flipV="1">
            <a:off x="7698600" y="288720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7" name=""/>
          <p:cNvSpPr/>
          <p:nvPr/>
        </p:nvSpPr>
        <p:spPr>
          <a:xfrm flipV="1">
            <a:off x="7986600" y="288720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8" name=""/>
          <p:cNvSpPr/>
          <p:nvPr/>
        </p:nvSpPr>
        <p:spPr>
          <a:xfrm flipV="1">
            <a:off x="8454600" y="288720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"/>
          <p:cNvSpPr/>
          <p:nvPr/>
        </p:nvSpPr>
        <p:spPr>
          <a:xfrm flipV="1">
            <a:off x="7125120" y="3716640"/>
            <a:ext cx="360" cy="325800"/>
          </a:xfrm>
          <a:prstGeom prst="line">
            <a:avLst/>
          </a:prstGeom>
          <a:ln w="38160">
            <a:solidFill>
              <a:srgbClr val="77bc6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810" name=""/>
          <p:cNvSpPr/>
          <p:nvPr/>
        </p:nvSpPr>
        <p:spPr>
          <a:xfrm flipV="1">
            <a:off x="7413480" y="372636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811" name=""/>
          <p:cNvSpPr/>
          <p:nvPr/>
        </p:nvSpPr>
        <p:spPr>
          <a:xfrm flipV="1">
            <a:off x="7701480" y="372636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812" name=""/>
          <p:cNvSpPr/>
          <p:nvPr/>
        </p:nvSpPr>
        <p:spPr>
          <a:xfrm flipV="1">
            <a:off x="7953480" y="372636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813" name=""/>
          <p:cNvSpPr/>
          <p:nvPr/>
        </p:nvSpPr>
        <p:spPr>
          <a:xfrm flipV="1">
            <a:off x="8421480" y="3726360"/>
            <a:ext cx="360" cy="3258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cxnSp>
        <p:nvCxnSpPr>
          <p:cNvPr id="814" name="Google Shape;114;p 11"/>
          <p:cNvCxnSpPr/>
          <p:nvPr/>
        </p:nvCxnSpPr>
        <p:spPr>
          <a:xfrm>
            <a:off x="204480" y="721440"/>
            <a:ext cx="8751240" cy="1656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815" name="PlaceHolder 1"/>
          <p:cNvSpPr>
            <a:spLocks noGrp="1"/>
          </p:cNvSpPr>
          <p:nvPr>
            <p:ph type="sldNum" idx="107"/>
          </p:nvPr>
        </p:nvSpPr>
        <p:spPr>
          <a:xfrm>
            <a:off x="8472600" y="4633560"/>
            <a:ext cx="532440" cy="37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A20F833-F353-4F55-8577-B244CA4AFC03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31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16" name="PlaceHolder 2"/>
          <p:cNvSpPr>
            <a:spLocks noGrp="1"/>
          </p:cNvSpPr>
          <p:nvPr>
            <p:ph type="title"/>
          </p:nvPr>
        </p:nvSpPr>
        <p:spPr>
          <a:xfrm>
            <a:off x="1028880" y="171360"/>
            <a:ext cx="7081920" cy="90684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Secure Memory Incurs Latency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7" name=""/>
          <p:cNvSpPr/>
          <p:nvPr/>
        </p:nvSpPr>
        <p:spPr>
          <a:xfrm>
            <a:off x="5532480" y="942120"/>
            <a:ext cx="2433960" cy="1118520"/>
          </a:xfrm>
          <a:prstGeom prst="rect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818" name=""/>
          <p:cNvSpPr/>
          <p:nvPr/>
        </p:nvSpPr>
        <p:spPr>
          <a:xfrm>
            <a:off x="5884200" y="1430640"/>
            <a:ext cx="2049840" cy="552600"/>
          </a:xfrm>
          <a:prstGeom prst="roundRect">
            <a:avLst>
              <a:gd name="adj" fmla="val 16667"/>
            </a:avLst>
          </a:prstGeom>
          <a:solidFill>
            <a:srgbClr val="ffb66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Secure Memory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9" name=""/>
          <p:cNvSpPr/>
          <p:nvPr/>
        </p:nvSpPr>
        <p:spPr>
          <a:xfrm>
            <a:off x="4927320" y="1039680"/>
            <a:ext cx="3161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RISC-V Keystone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0" name=""/>
          <p:cNvSpPr/>
          <p:nvPr/>
        </p:nvSpPr>
        <p:spPr>
          <a:xfrm>
            <a:off x="5407200" y="3888000"/>
            <a:ext cx="3196440" cy="45252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1" name="PlaceHolder 29"/>
          <p:cNvSpPr/>
          <p:nvPr/>
        </p:nvSpPr>
        <p:spPr>
          <a:xfrm>
            <a:off x="685800" y="4932000"/>
            <a:ext cx="799668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7680" rIns="67680" tIns="33840" bIns="33840" anchor="t">
            <a:noAutofit/>
          </a:bodyPr>
          <a:p>
            <a:pPr marL="177840">
              <a:lnSpc>
                <a:spcPct val="90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" sz="9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Chenyu Yan, Brian Rogers, Daniel Englender, et al. (2006) Improving Cost, Performance, and Security of Memory Encryption and Authentication. </a:t>
            </a:r>
            <a:r>
              <a:rPr b="0" i="1" lang="en" sz="9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(ISCA’06)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2" name=""/>
          <p:cNvSpPr/>
          <p:nvPr/>
        </p:nvSpPr>
        <p:spPr>
          <a:xfrm>
            <a:off x="7687800" y="1758240"/>
            <a:ext cx="225000" cy="225000"/>
          </a:xfrm>
          <a:prstGeom prst="ellipse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3" name="PlaceHolder 30"/>
          <p:cNvSpPr/>
          <p:nvPr/>
        </p:nvSpPr>
        <p:spPr>
          <a:xfrm>
            <a:off x="343080" y="830160"/>
            <a:ext cx="4911120" cy="37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7680" rIns="67680" tIns="33840" bIns="33840" anchor="t">
            <a:noAutofit/>
          </a:bodyPr>
          <a:p>
            <a:pPr marL="457200" indent="-3618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</a:pPr>
            <a:r>
              <a:rPr b="0" lang="en" sz="21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An integrity tree, or Merkle tree, is simply a hash tree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" sz="18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Each parent is the hash of its children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Root is kept on-chip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618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  <a:tabLst>
                <a:tab algn="l" pos="0"/>
              </a:tabLst>
            </a:pPr>
            <a:r>
              <a:rPr b="0" lang="en" sz="21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On a memory fetch, the core must additionally: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Check that the data hash matches a leaf and the parent has not been tampered with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Recursively check each node up to the root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4" name=""/>
          <p:cNvSpPr/>
          <p:nvPr/>
        </p:nvSpPr>
        <p:spPr>
          <a:xfrm rot="5400000">
            <a:off x="6913080" y="4008600"/>
            <a:ext cx="4435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data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5" name=""/>
          <p:cNvSpPr/>
          <p:nvPr/>
        </p:nvSpPr>
        <p:spPr>
          <a:xfrm rot="5400000">
            <a:off x="7194960" y="4008600"/>
            <a:ext cx="4435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data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6" name=""/>
          <p:cNvSpPr/>
          <p:nvPr/>
        </p:nvSpPr>
        <p:spPr>
          <a:xfrm rot="5400000">
            <a:off x="7477200" y="4008600"/>
            <a:ext cx="4435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data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7" name=""/>
          <p:cNvSpPr/>
          <p:nvPr/>
        </p:nvSpPr>
        <p:spPr>
          <a:xfrm rot="5400000">
            <a:off x="7723800" y="4008600"/>
            <a:ext cx="4435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data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8" name=""/>
          <p:cNvSpPr/>
          <p:nvPr/>
        </p:nvSpPr>
        <p:spPr>
          <a:xfrm rot="5400000">
            <a:off x="8216280" y="4008600"/>
            <a:ext cx="4435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data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9" name=""/>
          <p:cNvSpPr/>
          <p:nvPr/>
        </p:nvSpPr>
        <p:spPr>
          <a:xfrm>
            <a:off x="7808400" y="1987200"/>
            <a:ext cx="360" cy="419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0" name=""/>
          <p:cNvSpPr/>
          <p:nvPr/>
        </p:nvSpPr>
        <p:spPr>
          <a:xfrm>
            <a:off x="7808400" y="1987200"/>
            <a:ext cx="421200" cy="203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1" name=""/>
          <p:cNvSpPr/>
          <p:nvPr/>
        </p:nvSpPr>
        <p:spPr>
          <a:xfrm flipH="1">
            <a:off x="7315200" y="1987200"/>
            <a:ext cx="493200" cy="203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2" name=""/>
          <p:cNvSpPr/>
          <p:nvPr/>
        </p:nvSpPr>
        <p:spPr>
          <a:xfrm flipH="1">
            <a:off x="7737480" y="2387880"/>
            <a:ext cx="68400" cy="3520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3" name=""/>
          <p:cNvSpPr/>
          <p:nvPr/>
        </p:nvSpPr>
        <p:spPr>
          <a:xfrm>
            <a:off x="7615800" y="2658240"/>
            <a:ext cx="225000" cy="225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4" name=""/>
          <p:cNvSpPr/>
          <p:nvPr/>
        </p:nvSpPr>
        <p:spPr>
          <a:xfrm rot="5400000">
            <a:off x="6871320" y="3282480"/>
            <a:ext cx="528120" cy="219960"/>
          </a:xfrm>
          <a:prstGeom prst="rect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hash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5" name=""/>
          <p:cNvSpPr/>
          <p:nvPr/>
        </p:nvSpPr>
        <p:spPr>
          <a:xfrm rot="5400000">
            <a:off x="7159680" y="3282480"/>
            <a:ext cx="5281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hash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6" name=""/>
          <p:cNvSpPr/>
          <p:nvPr/>
        </p:nvSpPr>
        <p:spPr>
          <a:xfrm rot="5400000">
            <a:off x="7447680" y="3282480"/>
            <a:ext cx="5281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hash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7" name=""/>
          <p:cNvSpPr/>
          <p:nvPr/>
        </p:nvSpPr>
        <p:spPr>
          <a:xfrm rot="5400000">
            <a:off x="7699680" y="3282480"/>
            <a:ext cx="5281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hash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8" name=""/>
          <p:cNvSpPr/>
          <p:nvPr/>
        </p:nvSpPr>
        <p:spPr>
          <a:xfrm rot="5400000">
            <a:off x="8167680" y="3282480"/>
            <a:ext cx="528120" cy="2199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</a:rPr>
              <a:t>hash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9" name=""/>
          <p:cNvSpPr/>
          <p:nvPr/>
        </p:nvSpPr>
        <p:spPr>
          <a:xfrm>
            <a:off x="7805880" y="2387880"/>
            <a:ext cx="195120" cy="3553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0" name=""/>
          <p:cNvSpPr/>
          <p:nvPr/>
        </p:nvSpPr>
        <p:spPr>
          <a:xfrm>
            <a:off x="7867800" y="2658240"/>
            <a:ext cx="225000" cy="225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1" name=""/>
          <p:cNvSpPr/>
          <p:nvPr/>
        </p:nvSpPr>
        <p:spPr>
          <a:xfrm flipH="1">
            <a:off x="7161480" y="2286000"/>
            <a:ext cx="153720" cy="4082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2" name=""/>
          <p:cNvSpPr/>
          <p:nvPr/>
        </p:nvSpPr>
        <p:spPr>
          <a:xfrm>
            <a:off x="7283160" y="2269440"/>
            <a:ext cx="149400" cy="4888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3" name=""/>
          <p:cNvSpPr/>
          <p:nvPr/>
        </p:nvSpPr>
        <p:spPr>
          <a:xfrm>
            <a:off x="8229600" y="2286000"/>
            <a:ext cx="211320" cy="3722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4" name=""/>
          <p:cNvSpPr/>
          <p:nvPr/>
        </p:nvSpPr>
        <p:spPr>
          <a:xfrm>
            <a:off x="8119800" y="2190240"/>
            <a:ext cx="225000" cy="225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5" name=""/>
          <p:cNvSpPr/>
          <p:nvPr/>
        </p:nvSpPr>
        <p:spPr>
          <a:xfrm>
            <a:off x="7327800" y="2658240"/>
            <a:ext cx="225000" cy="225000"/>
          </a:xfrm>
          <a:prstGeom prst="ellipse">
            <a:avLst/>
          </a:prstGeom>
          <a:solidFill>
            <a:srgbClr val="ff40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46" name=""/>
          <p:cNvSpPr/>
          <p:nvPr/>
        </p:nvSpPr>
        <p:spPr>
          <a:xfrm>
            <a:off x="8335800" y="2658240"/>
            <a:ext cx="225000" cy="225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7" name=""/>
          <p:cNvSpPr/>
          <p:nvPr/>
        </p:nvSpPr>
        <p:spPr>
          <a:xfrm>
            <a:off x="7039800" y="2658240"/>
            <a:ext cx="225000" cy="225000"/>
          </a:xfrm>
          <a:prstGeom prst="ellipse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8" name=""/>
          <p:cNvSpPr/>
          <p:nvPr/>
        </p:nvSpPr>
        <p:spPr>
          <a:xfrm>
            <a:off x="7183800" y="2190240"/>
            <a:ext cx="225000" cy="225000"/>
          </a:xfrm>
          <a:prstGeom prst="ellipse">
            <a:avLst/>
          </a:pr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9" name=""/>
          <p:cNvSpPr/>
          <p:nvPr/>
        </p:nvSpPr>
        <p:spPr>
          <a:xfrm>
            <a:off x="7687800" y="2190240"/>
            <a:ext cx="225000" cy="225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0" name=""/>
          <p:cNvSpPr/>
          <p:nvPr/>
        </p:nvSpPr>
        <p:spPr>
          <a:xfrm flipV="1">
            <a:off x="7122600" y="288684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1" name=""/>
          <p:cNvSpPr/>
          <p:nvPr/>
        </p:nvSpPr>
        <p:spPr>
          <a:xfrm flipV="1">
            <a:off x="7446600" y="288720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2" name=""/>
          <p:cNvSpPr/>
          <p:nvPr/>
        </p:nvSpPr>
        <p:spPr>
          <a:xfrm flipV="1">
            <a:off x="7698600" y="288720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3" name=""/>
          <p:cNvSpPr/>
          <p:nvPr/>
        </p:nvSpPr>
        <p:spPr>
          <a:xfrm flipV="1">
            <a:off x="7986600" y="288720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4" name=""/>
          <p:cNvSpPr/>
          <p:nvPr/>
        </p:nvSpPr>
        <p:spPr>
          <a:xfrm flipV="1">
            <a:off x="8454600" y="2887200"/>
            <a:ext cx="360" cy="2415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5" name="Google Shape;114;p 12"/>
          <p:cNvCxnSpPr/>
          <p:nvPr/>
        </p:nvCxnSpPr>
        <p:spPr>
          <a:xfrm>
            <a:off x="204480" y="721440"/>
            <a:ext cx="8751240" cy="1656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856" name="PlaceHolder 1"/>
          <p:cNvSpPr>
            <a:spLocks noGrp="1"/>
          </p:cNvSpPr>
          <p:nvPr>
            <p:ph type="sldNum" idx="108"/>
          </p:nvPr>
        </p:nvSpPr>
        <p:spPr>
          <a:xfrm>
            <a:off x="8472600" y="4633560"/>
            <a:ext cx="532440" cy="37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7FC3633-B35B-47DC-BFE2-7146A59AA6E8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32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57" name="PlaceHolder 2"/>
          <p:cNvSpPr>
            <a:spLocks noGrp="1"/>
          </p:cNvSpPr>
          <p:nvPr>
            <p:ph type="title"/>
          </p:nvPr>
        </p:nvSpPr>
        <p:spPr>
          <a:xfrm>
            <a:off x="1028880" y="171360"/>
            <a:ext cx="7081920" cy="90684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Keystone Memory Isolation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8" name="PlaceHolder 36"/>
          <p:cNvSpPr/>
          <p:nvPr/>
        </p:nvSpPr>
        <p:spPr>
          <a:xfrm>
            <a:off x="343080" y="830160"/>
            <a:ext cx="4911120" cy="37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7680" rIns="67680" tIns="33840" bIns="33840" anchor="t">
            <a:noAutofit/>
          </a:bodyPr>
          <a:p>
            <a:pPr>
              <a:lnSpc>
                <a:spcPct val="90000"/>
              </a:lnSpc>
              <a:spcBef>
                <a:spcPts val="1199"/>
              </a:spcBef>
            </a:pPr>
            <a:r>
              <a:rPr b="0" lang="en" sz="21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On boot, the Security Monitor (SM) sets up a component called the Physical Memory Protections (PMP) Table: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618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</a:pPr>
            <a:r>
              <a:rPr b="0" lang="en" sz="21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Divides memory and assigns to modes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618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</a:pPr>
            <a:r>
              <a:rPr b="0" lang="en" sz="21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Resides in each core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</a:pP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</a:pPr>
            <a:r>
              <a:rPr b="0" lang="en" sz="21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If a memory request from an application does not have access, it is denied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9" name=""/>
          <p:cNvSpPr/>
          <p:nvPr/>
        </p:nvSpPr>
        <p:spPr>
          <a:xfrm>
            <a:off x="6001560" y="2021400"/>
            <a:ext cx="550080" cy="32544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860" name=""/>
          <p:cNvSpPr/>
          <p:nvPr/>
        </p:nvSpPr>
        <p:spPr>
          <a:xfrm>
            <a:off x="6109920" y="2382840"/>
            <a:ext cx="2146320" cy="1271160"/>
          </a:xfrm>
          <a:prstGeom prst="rect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861" name=""/>
          <p:cNvSpPr/>
          <p:nvPr/>
        </p:nvSpPr>
        <p:spPr>
          <a:xfrm>
            <a:off x="7164360" y="2021400"/>
            <a:ext cx="360" cy="32544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862" name=""/>
          <p:cNvSpPr/>
          <p:nvPr/>
        </p:nvSpPr>
        <p:spPr>
          <a:xfrm flipH="1">
            <a:off x="7761600" y="2021400"/>
            <a:ext cx="683280" cy="32544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863" name=""/>
          <p:cNvSpPr/>
          <p:nvPr/>
        </p:nvSpPr>
        <p:spPr>
          <a:xfrm>
            <a:off x="6109920" y="2408400"/>
            <a:ext cx="17704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RISC-V Keystone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4" name=""/>
          <p:cNvSpPr/>
          <p:nvPr/>
        </p:nvSpPr>
        <p:spPr>
          <a:xfrm>
            <a:off x="5257800" y="943200"/>
            <a:ext cx="3817800" cy="108720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5" name=""/>
          <p:cNvSpPr/>
          <p:nvPr/>
        </p:nvSpPr>
        <p:spPr>
          <a:xfrm>
            <a:off x="5371920" y="1294200"/>
            <a:ext cx="1022760" cy="54504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Application Thread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6" name=""/>
          <p:cNvSpPr/>
          <p:nvPr/>
        </p:nvSpPr>
        <p:spPr>
          <a:xfrm>
            <a:off x="6677280" y="1294200"/>
            <a:ext cx="988200" cy="54504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Operating System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7" name=""/>
          <p:cNvSpPr/>
          <p:nvPr/>
        </p:nvSpPr>
        <p:spPr>
          <a:xfrm>
            <a:off x="7921800" y="1294200"/>
            <a:ext cx="1042200" cy="54504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Remote or Cloud User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8" name=""/>
          <p:cNvSpPr/>
          <p:nvPr/>
        </p:nvSpPr>
        <p:spPr>
          <a:xfrm>
            <a:off x="5393520" y="945000"/>
            <a:ext cx="355068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Potentially Malicious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9" name="PlaceHolder 37"/>
          <p:cNvSpPr/>
          <p:nvPr/>
        </p:nvSpPr>
        <p:spPr>
          <a:xfrm>
            <a:off x="228960" y="4932000"/>
            <a:ext cx="868248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7680" rIns="67680" tIns="33840" bIns="33840" anchor="t">
            <a:noAutofit/>
          </a:bodyPr>
          <a:p>
            <a:pPr algn="ctr">
              <a:lnSpc>
                <a:spcPct val="11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chemeClr val="dk1"/>
                </a:solidFill>
                <a:uFillTx/>
                <a:latin typeface="Open Sans"/>
                <a:ea typeface="Open Sans"/>
              </a:rPr>
              <a:t>Dayeol Lee, David Kohlbrenner, Shweta Shinde, Krste Asanovic, and Dawn Song, Keystone: An Open Framework for Architecting Trusted Execution Environments, EuroSys 2020.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0" name=""/>
          <p:cNvSpPr/>
          <p:nvPr/>
        </p:nvSpPr>
        <p:spPr>
          <a:xfrm>
            <a:off x="7099200" y="2707200"/>
            <a:ext cx="910800" cy="910800"/>
          </a:xfrm>
          <a:prstGeom prst="roundRect">
            <a:avLst>
              <a:gd name="adj" fmla="val 16667"/>
            </a:avLst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1" name=""/>
          <p:cNvSpPr/>
          <p:nvPr/>
        </p:nvSpPr>
        <p:spPr>
          <a:xfrm>
            <a:off x="7086600" y="2671200"/>
            <a:ext cx="9108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Arial"/>
              </a:rPr>
              <a:t>PMP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2" name=""/>
          <p:cNvSpPr/>
          <p:nvPr/>
        </p:nvSpPr>
        <p:spPr>
          <a:xfrm>
            <a:off x="7207200" y="2968200"/>
            <a:ext cx="682200" cy="192600"/>
          </a:xfrm>
          <a:prstGeom prst="roundRect">
            <a:avLst>
              <a:gd name="adj" fmla="val 16667"/>
            </a:avLst>
          </a:prstGeom>
          <a:solidFill>
            <a:srgbClr val="ffff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3" name=""/>
          <p:cNvSpPr/>
          <p:nvPr/>
        </p:nvSpPr>
        <p:spPr>
          <a:xfrm>
            <a:off x="7207200" y="3184200"/>
            <a:ext cx="682200" cy="192600"/>
          </a:xfrm>
          <a:prstGeom prst="roundRect">
            <a:avLst>
              <a:gd name="adj" fmla="val 16667"/>
            </a:avLst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4" name=""/>
          <p:cNvSpPr/>
          <p:nvPr/>
        </p:nvSpPr>
        <p:spPr>
          <a:xfrm>
            <a:off x="7207200" y="3400200"/>
            <a:ext cx="682200" cy="192600"/>
          </a:xfrm>
          <a:prstGeom prst="roundRect">
            <a:avLst>
              <a:gd name="adj" fmla="val 16667"/>
            </a:avLst>
          </a:prstGeom>
          <a:solidFill>
            <a:srgbClr val="ffb66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5" name=""/>
          <p:cNvSpPr/>
          <p:nvPr/>
        </p:nvSpPr>
        <p:spPr>
          <a:xfrm>
            <a:off x="5787000" y="3814200"/>
            <a:ext cx="2739600" cy="9108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DRAM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6" name=""/>
          <p:cNvSpPr/>
          <p:nvPr/>
        </p:nvSpPr>
        <p:spPr>
          <a:xfrm>
            <a:off x="5839200" y="3868200"/>
            <a:ext cx="682200" cy="192600"/>
          </a:xfrm>
          <a:prstGeom prst="roundRect">
            <a:avLst>
              <a:gd name="adj" fmla="val 16667"/>
            </a:avLst>
          </a:prstGeom>
          <a:solidFill>
            <a:srgbClr val="ffff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7" name=""/>
          <p:cNvSpPr/>
          <p:nvPr/>
        </p:nvSpPr>
        <p:spPr>
          <a:xfrm>
            <a:off x="5839200" y="4084200"/>
            <a:ext cx="682200" cy="192600"/>
          </a:xfrm>
          <a:prstGeom prst="roundRect">
            <a:avLst>
              <a:gd name="adj" fmla="val 16667"/>
            </a:avLst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8" name=""/>
          <p:cNvSpPr/>
          <p:nvPr/>
        </p:nvSpPr>
        <p:spPr>
          <a:xfrm>
            <a:off x="5839200" y="4300200"/>
            <a:ext cx="682200" cy="192600"/>
          </a:xfrm>
          <a:prstGeom prst="roundRect">
            <a:avLst>
              <a:gd name="adj" fmla="val 16667"/>
            </a:avLst>
          </a:prstGeom>
          <a:solidFill>
            <a:srgbClr val="ffb66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9" name="Google Shape;114;p 8"/>
          <p:cNvCxnSpPr/>
          <p:nvPr/>
        </p:nvCxnSpPr>
        <p:spPr>
          <a:xfrm>
            <a:off x="204480" y="721440"/>
            <a:ext cx="8751240" cy="1656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880" name="PlaceHolder 1"/>
          <p:cNvSpPr>
            <a:spLocks noGrp="1"/>
          </p:cNvSpPr>
          <p:nvPr>
            <p:ph type="sldNum" idx="109"/>
          </p:nvPr>
        </p:nvSpPr>
        <p:spPr>
          <a:xfrm>
            <a:off x="8472600" y="4633560"/>
            <a:ext cx="532440" cy="37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69E5AEE-BC93-4CA7-B5F5-349814F0FF58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33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81" name="PlaceHolder 2"/>
          <p:cNvSpPr>
            <a:spLocks noGrp="1"/>
          </p:cNvSpPr>
          <p:nvPr>
            <p:ph type="title"/>
          </p:nvPr>
        </p:nvSpPr>
        <p:spPr>
          <a:xfrm>
            <a:off x="1028880" y="171360"/>
            <a:ext cx="7081920" cy="5112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Extending Keystone to include Efficient Secure Memory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2" name="PlaceHolder 42"/>
          <p:cNvSpPr/>
          <p:nvPr/>
        </p:nvSpPr>
        <p:spPr>
          <a:xfrm>
            <a:off x="343080" y="830160"/>
            <a:ext cx="4911120" cy="37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7680" rIns="67680" tIns="33840" bIns="33840" anchor="t">
            <a:noAutofit/>
          </a:bodyPr>
          <a:p>
            <a:pPr>
              <a:lnSpc>
                <a:spcPct val="90000"/>
              </a:lnSpc>
              <a:spcBef>
                <a:spcPts val="1199"/>
              </a:spcBef>
            </a:pPr>
            <a:r>
              <a:rPr b="0" lang="en" sz="21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To mitigate latency concerns, our work proposes to store metadata on-chip, greatly reducing memory access overhead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</a:pP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</a:pPr>
            <a:r>
              <a:rPr b="0" lang="en" sz="2100" strike="noStrike" u="none">
                <a:solidFill>
                  <a:srgbClr val="000000"/>
                </a:solidFill>
                <a:uFillTx/>
                <a:latin typeface="Times New Roman"/>
                <a:ea typeface="PingFang SC"/>
              </a:rPr>
              <a:t>This structure is called the Aggregated Extended PMP</a:t>
            </a:r>
            <a:r>
              <a:rPr b="0" lang="en" sz="21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 (ePMP) </a:t>
            </a:r>
            <a:r>
              <a:rPr b="0" lang="en" sz="2100" strike="noStrike" u="none">
                <a:solidFill>
                  <a:srgbClr val="000000"/>
                </a:solidFill>
                <a:uFillTx/>
                <a:latin typeface="Times New Roman"/>
                <a:ea typeface="PingFang SC"/>
              </a:rPr>
              <a:t>table: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618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</a:pPr>
            <a:r>
              <a:rPr b="0" lang="en" sz="2100" strike="noStrike" u="none">
                <a:solidFill>
                  <a:srgbClr val="000000"/>
                </a:solidFill>
                <a:uFillTx/>
                <a:latin typeface="Times New Roman"/>
                <a:ea typeface="PingFang SC"/>
              </a:rPr>
              <a:t>Tracks requests through the Memory Encryption Engine (MEE)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618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</a:pPr>
            <a:r>
              <a:rPr b="0" lang="en" sz="2100" strike="noStrike" u="none">
                <a:solidFill>
                  <a:srgbClr val="000000"/>
                </a:solidFill>
                <a:uFillTx/>
                <a:latin typeface="Times New Roman"/>
                <a:ea typeface="PingFang SC"/>
              </a:rPr>
              <a:t>Updates metadata entries corresponding to their PMP status 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3" name=""/>
          <p:cNvSpPr/>
          <p:nvPr/>
        </p:nvSpPr>
        <p:spPr>
          <a:xfrm>
            <a:off x="5787000" y="3814200"/>
            <a:ext cx="2739600" cy="9108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DRAM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4" name=""/>
          <p:cNvSpPr/>
          <p:nvPr/>
        </p:nvSpPr>
        <p:spPr>
          <a:xfrm>
            <a:off x="5839200" y="3868200"/>
            <a:ext cx="682200" cy="192600"/>
          </a:xfrm>
          <a:prstGeom prst="roundRect">
            <a:avLst>
              <a:gd name="adj" fmla="val 16667"/>
            </a:avLst>
          </a:prstGeom>
          <a:solidFill>
            <a:srgbClr val="ffff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5" name=""/>
          <p:cNvSpPr/>
          <p:nvPr/>
        </p:nvSpPr>
        <p:spPr>
          <a:xfrm>
            <a:off x="5839200" y="4084200"/>
            <a:ext cx="682200" cy="192600"/>
          </a:xfrm>
          <a:prstGeom prst="roundRect">
            <a:avLst>
              <a:gd name="adj" fmla="val 16667"/>
            </a:avLst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6" name=""/>
          <p:cNvSpPr/>
          <p:nvPr/>
        </p:nvSpPr>
        <p:spPr>
          <a:xfrm>
            <a:off x="5839200" y="4300200"/>
            <a:ext cx="682200" cy="192600"/>
          </a:xfrm>
          <a:prstGeom prst="roundRect">
            <a:avLst>
              <a:gd name="adj" fmla="val 16667"/>
            </a:avLst>
          </a:prstGeom>
          <a:solidFill>
            <a:srgbClr val="ffb66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7" name=""/>
          <p:cNvSpPr/>
          <p:nvPr/>
        </p:nvSpPr>
        <p:spPr>
          <a:xfrm>
            <a:off x="290880" y="4800600"/>
            <a:ext cx="8698320" cy="2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" sz="1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Zach Moolman &amp; Tamara Silbergleit Lehman,  Extending RISC-V Keystone to Include Efficient Secure Memory CARRV 2024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8" name=""/>
          <p:cNvSpPr/>
          <p:nvPr/>
        </p:nvSpPr>
        <p:spPr>
          <a:xfrm>
            <a:off x="6172200" y="2635200"/>
            <a:ext cx="2053800" cy="910800"/>
          </a:xfrm>
          <a:prstGeom prst="roundRect">
            <a:avLst>
              <a:gd name="adj" fmla="val 16667"/>
            </a:avLst>
          </a:prstGeom>
          <a:solidFill>
            <a:srgbClr val="ffb66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9" name=""/>
          <p:cNvSpPr/>
          <p:nvPr/>
        </p:nvSpPr>
        <p:spPr>
          <a:xfrm>
            <a:off x="6109920" y="2624400"/>
            <a:ext cx="21160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Memory Encryption Engine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0" name=""/>
          <p:cNvSpPr/>
          <p:nvPr/>
        </p:nvSpPr>
        <p:spPr>
          <a:xfrm>
            <a:off x="6894000" y="3135240"/>
            <a:ext cx="1139400" cy="374760"/>
          </a:xfrm>
          <a:prstGeom prst="roundRect">
            <a:avLst>
              <a:gd name="adj" fmla="val 16667"/>
            </a:avLst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ePMP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1" name=""/>
          <p:cNvSpPr/>
          <p:nvPr/>
        </p:nvSpPr>
        <p:spPr>
          <a:xfrm>
            <a:off x="6109920" y="1158840"/>
            <a:ext cx="2146320" cy="1271160"/>
          </a:xfrm>
          <a:prstGeom prst="rect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892" name=""/>
          <p:cNvSpPr/>
          <p:nvPr/>
        </p:nvSpPr>
        <p:spPr>
          <a:xfrm>
            <a:off x="6109920" y="1184400"/>
            <a:ext cx="17704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RISC-V Keystone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3" name=""/>
          <p:cNvSpPr/>
          <p:nvPr/>
        </p:nvSpPr>
        <p:spPr>
          <a:xfrm>
            <a:off x="7099200" y="1483200"/>
            <a:ext cx="910800" cy="910800"/>
          </a:xfrm>
          <a:prstGeom prst="roundRect">
            <a:avLst>
              <a:gd name="adj" fmla="val 16667"/>
            </a:avLst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4" name=""/>
          <p:cNvSpPr/>
          <p:nvPr/>
        </p:nvSpPr>
        <p:spPr>
          <a:xfrm>
            <a:off x="7207200" y="1744200"/>
            <a:ext cx="682200" cy="192600"/>
          </a:xfrm>
          <a:prstGeom prst="roundRect">
            <a:avLst>
              <a:gd name="adj" fmla="val 16667"/>
            </a:avLst>
          </a:prstGeom>
          <a:solidFill>
            <a:srgbClr val="ffff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5" name=""/>
          <p:cNvSpPr/>
          <p:nvPr/>
        </p:nvSpPr>
        <p:spPr>
          <a:xfrm>
            <a:off x="7207200" y="1960200"/>
            <a:ext cx="682200" cy="192600"/>
          </a:xfrm>
          <a:prstGeom prst="roundRect">
            <a:avLst>
              <a:gd name="adj" fmla="val 16667"/>
            </a:avLst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6" name=""/>
          <p:cNvSpPr/>
          <p:nvPr/>
        </p:nvSpPr>
        <p:spPr>
          <a:xfrm>
            <a:off x="7207200" y="2176200"/>
            <a:ext cx="682200" cy="192600"/>
          </a:xfrm>
          <a:prstGeom prst="roundRect">
            <a:avLst>
              <a:gd name="adj" fmla="val 16667"/>
            </a:avLst>
          </a:prstGeom>
          <a:solidFill>
            <a:srgbClr val="ffb66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7" name="Google Shape;114;p 13"/>
          <p:cNvCxnSpPr/>
          <p:nvPr/>
        </p:nvCxnSpPr>
        <p:spPr>
          <a:xfrm>
            <a:off x="204480" y="721440"/>
            <a:ext cx="8751240" cy="1656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898" name="PlaceHolder 1"/>
          <p:cNvSpPr>
            <a:spLocks noGrp="1"/>
          </p:cNvSpPr>
          <p:nvPr>
            <p:ph type="sldNum" idx="110"/>
          </p:nvPr>
        </p:nvSpPr>
        <p:spPr>
          <a:xfrm>
            <a:off x="8472600" y="4633560"/>
            <a:ext cx="532440" cy="37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DDF91E-D548-473A-9AE7-FCF126D5B652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34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99" name="PlaceHolder 2"/>
          <p:cNvSpPr>
            <a:spLocks noGrp="1"/>
          </p:cNvSpPr>
          <p:nvPr>
            <p:ph type="title"/>
          </p:nvPr>
        </p:nvSpPr>
        <p:spPr>
          <a:xfrm>
            <a:off x="1028880" y="171360"/>
            <a:ext cx="7081920" cy="90684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Extending Keystone to include Efficient Secure Memory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0" name="PlaceHolder 48"/>
          <p:cNvSpPr/>
          <p:nvPr/>
        </p:nvSpPr>
        <p:spPr>
          <a:xfrm>
            <a:off x="343080" y="830160"/>
            <a:ext cx="4911120" cy="37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7680" rIns="67680" tIns="33840" bIns="33840" anchor="t">
            <a:noAutofit/>
          </a:bodyPr>
          <a:p>
            <a:pPr>
              <a:lnSpc>
                <a:spcPct val="90000"/>
              </a:lnSpc>
              <a:spcBef>
                <a:spcPts val="1199"/>
              </a:spcBef>
            </a:pPr>
            <a:r>
              <a:rPr b="0" lang="en" sz="21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To mitigate latency concerns, our work proposes to store metadata on-chip, greatly reducing memory access overhead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</a:pP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</a:pPr>
            <a:r>
              <a:rPr b="0" lang="en" sz="2100" strike="noStrike" u="none">
                <a:solidFill>
                  <a:srgbClr val="000000"/>
                </a:solidFill>
                <a:uFillTx/>
                <a:latin typeface="Times New Roman"/>
                <a:ea typeface="PingFang SC"/>
              </a:rPr>
              <a:t>This structure is called the Aggregated Extended PMP</a:t>
            </a:r>
            <a:r>
              <a:rPr b="0" lang="en" sz="21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 (ePMP) </a:t>
            </a:r>
            <a:r>
              <a:rPr b="0" lang="en" sz="2100" strike="noStrike" u="none">
                <a:solidFill>
                  <a:srgbClr val="000000"/>
                </a:solidFill>
                <a:uFillTx/>
                <a:latin typeface="Times New Roman"/>
                <a:ea typeface="PingFang SC"/>
              </a:rPr>
              <a:t>table: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618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</a:pPr>
            <a:r>
              <a:rPr b="0" lang="en" sz="2100" strike="noStrike" u="none">
                <a:solidFill>
                  <a:srgbClr val="000000"/>
                </a:solidFill>
                <a:uFillTx/>
                <a:latin typeface="Times New Roman"/>
                <a:ea typeface="PingFang SC"/>
              </a:rPr>
              <a:t>Tracks requests through the Memory Encryption Engine (MEE)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618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</a:pPr>
            <a:r>
              <a:rPr b="0" lang="en" sz="2100" strike="noStrike" u="none">
                <a:solidFill>
                  <a:srgbClr val="000000"/>
                </a:solidFill>
                <a:uFillTx/>
                <a:latin typeface="Times New Roman"/>
                <a:ea typeface="PingFang SC"/>
              </a:rPr>
              <a:t>Updates metadata entries corresponding to their PMP status 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1" name=""/>
          <p:cNvSpPr/>
          <p:nvPr/>
        </p:nvSpPr>
        <p:spPr>
          <a:xfrm>
            <a:off x="5787000" y="3814200"/>
            <a:ext cx="2739600" cy="9108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DRAM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2" name=""/>
          <p:cNvSpPr/>
          <p:nvPr/>
        </p:nvSpPr>
        <p:spPr>
          <a:xfrm>
            <a:off x="5839200" y="3868200"/>
            <a:ext cx="682200" cy="192600"/>
          </a:xfrm>
          <a:prstGeom prst="roundRect">
            <a:avLst>
              <a:gd name="adj" fmla="val 16667"/>
            </a:avLst>
          </a:prstGeom>
          <a:solidFill>
            <a:srgbClr val="ffff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3" name=""/>
          <p:cNvSpPr/>
          <p:nvPr/>
        </p:nvSpPr>
        <p:spPr>
          <a:xfrm>
            <a:off x="5839200" y="4084200"/>
            <a:ext cx="682200" cy="192600"/>
          </a:xfrm>
          <a:prstGeom prst="roundRect">
            <a:avLst>
              <a:gd name="adj" fmla="val 16667"/>
            </a:avLst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4" name=""/>
          <p:cNvSpPr/>
          <p:nvPr/>
        </p:nvSpPr>
        <p:spPr>
          <a:xfrm>
            <a:off x="5839200" y="4300200"/>
            <a:ext cx="682200" cy="192600"/>
          </a:xfrm>
          <a:prstGeom prst="roundRect">
            <a:avLst>
              <a:gd name="adj" fmla="val 16667"/>
            </a:avLst>
          </a:prstGeom>
          <a:solidFill>
            <a:srgbClr val="ffb66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5" name=""/>
          <p:cNvSpPr/>
          <p:nvPr/>
        </p:nvSpPr>
        <p:spPr>
          <a:xfrm>
            <a:off x="290880" y="4800600"/>
            <a:ext cx="8698320" cy="2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" sz="105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Zach Moolman &amp; Tamara Silbergleit Lehman,  Extending RISC-V Keystone to Include Efficient Secure Memory CARRV 2024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6" name=""/>
          <p:cNvSpPr/>
          <p:nvPr/>
        </p:nvSpPr>
        <p:spPr>
          <a:xfrm>
            <a:off x="5715000" y="837720"/>
            <a:ext cx="2896200" cy="2888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907" name=""/>
          <p:cNvSpPr/>
          <p:nvPr/>
        </p:nvSpPr>
        <p:spPr>
          <a:xfrm>
            <a:off x="6172200" y="2635200"/>
            <a:ext cx="2053800" cy="910800"/>
          </a:xfrm>
          <a:prstGeom prst="roundRect">
            <a:avLst>
              <a:gd name="adj" fmla="val 16667"/>
            </a:avLst>
          </a:prstGeom>
          <a:solidFill>
            <a:srgbClr val="ffb66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8" name=""/>
          <p:cNvSpPr/>
          <p:nvPr/>
        </p:nvSpPr>
        <p:spPr>
          <a:xfrm>
            <a:off x="6109920" y="2624400"/>
            <a:ext cx="21160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Memory Encryption Engine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9" name=""/>
          <p:cNvSpPr/>
          <p:nvPr/>
        </p:nvSpPr>
        <p:spPr>
          <a:xfrm>
            <a:off x="6894000" y="3135240"/>
            <a:ext cx="1139400" cy="374760"/>
          </a:xfrm>
          <a:prstGeom prst="roundRect">
            <a:avLst>
              <a:gd name="adj" fmla="val 16667"/>
            </a:avLst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ePMP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0" name=""/>
          <p:cNvSpPr/>
          <p:nvPr/>
        </p:nvSpPr>
        <p:spPr>
          <a:xfrm>
            <a:off x="5922720" y="1086120"/>
            <a:ext cx="2495880" cy="1412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60">
            <a:solidFill>
              <a:srgbClr val="acb2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911" name=""/>
          <p:cNvSpPr/>
          <p:nvPr/>
        </p:nvSpPr>
        <p:spPr>
          <a:xfrm>
            <a:off x="6109920" y="1158840"/>
            <a:ext cx="2146320" cy="1271160"/>
          </a:xfrm>
          <a:prstGeom prst="rect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912" name=""/>
          <p:cNvSpPr/>
          <p:nvPr/>
        </p:nvSpPr>
        <p:spPr>
          <a:xfrm>
            <a:off x="6109920" y="1184400"/>
            <a:ext cx="17704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RISC-V Keystone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3" name=""/>
          <p:cNvSpPr/>
          <p:nvPr/>
        </p:nvSpPr>
        <p:spPr>
          <a:xfrm>
            <a:off x="7099200" y="1483200"/>
            <a:ext cx="910800" cy="910800"/>
          </a:xfrm>
          <a:prstGeom prst="roundRect">
            <a:avLst>
              <a:gd name="adj" fmla="val 16667"/>
            </a:avLst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4" name=""/>
          <p:cNvSpPr/>
          <p:nvPr/>
        </p:nvSpPr>
        <p:spPr>
          <a:xfrm>
            <a:off x="6078600" y="835200"/>
            <a:ext cx="9108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Arial"/>
              </a:rPr>
              <a:t>CPU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5" name=""/>
          <p:cNvSpPr/>
          <p:nvPr/>
        </p:nvSpPr>
        <p:spPr>
          <a:xfrm>
            <a:off x="7207200" y="1744200"/>
            <a:ext cx="682200" cy="192600"/>
          </a:xfrm>
          <a:prstGeom prst="roundRect">
            <a:avLst>
              <a:gd name="adj" fmla="val 16667"/>
            </a:avLst>
          </a:prstGeom>
          <a:solidFill>
            <a:srgbClr val="ffff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6" name=""/>
          <p:cNvSpPr/>
          <p:nvPr/>
        </p:nvSpPr>
        <p:spPr>
          <a:xfrm>
            <a:off x="7207200" y="1960200"/>
            <a:ext cx="682200" cy="192600"/>
          </a:xfrm>
          <a:prstGeom prst="roundRect">
            <a:avLst>
              <a:gd name="adj" fmla="val 16667"/>
            </a:avLst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7" name=""/>
          <p:cNvSpPr/>
          <p:nvPr/>
        </p:nvSpPr>
        <p:spPr>
          <a:xfrm>
            <a:off x="7207200" y="2176200"/>
            <a:ext cx="682200" cy="192600"/>
          </a:xfrm>
          <a:prstGeom prst="roundRect">
            <a:avLst>
              <a:gd name="adj" fmla="val 16667"/>
            </a:avLst>
          </a:prstGeom>
          <a:solidFill>
            <a:srgbClr val="ffb66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8" name=""/>
          <p:cNvSpPr/>
          <p:nvPr/>
        </p:nvSpPr>
        <p:spPr>
          <a:xfrm>
            <a:off x="5250600" y="835560"/>
            <a:ext cx="9108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Arial"/>
              </a:rPr>
              <a:t>SoC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9" name="Google Shape;114;p 6"/>
          <p:cNvCxnSpPr/>
          <p:nvPr/>
        </p:nvCxnSpPr>
        <p:spPr>
          <a:xfrm>
            <a:off x="204480" y="721440"/>
            <a:ext cx="8751240" cy="1656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920" name="PlaceHolder 1"/>
          <p:cNvSpPr>
            <a:spLocks noGrp="1"/>
          </p:cNvSpPr>
          <p:nvPr>
            <p:ph type="sldNum" idx="111"/>
          </p:nvPr>
        </p:nvSpPr>
        <p:spPr>
          <a:xfrm>
            <a:off x="8472600" y="4633560"/>
            <a:ext cx="532440" cy="37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3B1ED80-B3FC-46BC-B861-78CE03FBB8A9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35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21" name="PlaceHolder 2"/>
          <p:cNvSpPr>
            <a:spLocks noGrp="1"/>
          </p:cNvSpPr>
          <p:nvPr>
            <p:ph/>
          </p:nvPr>
        </p:nvSpPr>
        <p:spPr>
          <a:xfrm>
            <a:off x="343080" y="786600"/>
            <a:ext cx="5597280" cy="42379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gem5 is an open-source, cycle-accurate architecture emulation platform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-324000">
              <a:lnSpc>
                <a:spcPct val="9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Allows end-to-end development including full-system simulation &amp; benchmarks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-324000">
              <a:lnSpc>
                <a:spcPct val="9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Breaks hardware description into different layers, enabling researchers to edit any aspect of an implementation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This is helpful, but also results in a colossal codebase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2" name="PlaceHolder 3"/>
          <p:cNvSpPr>
            <a:spLocks noGrp="1"/>
          </p:cNvSpPr>
          <p:nvPr>
            <p:ph type="title"/>
          </p:nvPr>
        </p:nvSpPr>
        <p:spPr>
          <a:xfrm>
            <a:off x="1028880" y="171360"/>
            <a:ext cx="7081920" cy="5112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The gem5 Simulation Suite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3" name=""/>
          <p:cNvSpPr/>
          <p:nvPr/>
        </p:nvSpPr>
        <p:spPr>
          <a:xfrm>
            <a:off x="11880" y="4896000"/>
            <a:ext cx="91170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" sz="10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Jason Lowe-Power, Abdul Mutaal Ahmad, Ayaz Akram, Mohammad Alian, et al. (2007), The gem5 Simulator: Version 20.0+ (arXiv)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4" name=""/>
          <p:cNvSpPr/>
          <p:nvPr/>
        </p:nvSpPr>
        <p:spPr>
          <a:xfrm>
            <a:off x="6293160" y="3026520"/>
            <a:ext cx="2027160" cy="1216440"/>
          </a:xfrm>
          <a:prstGeom prst="roundRect">
            <a:avLst>
              <a:gd name="adj" fmla="val 16667"/>
            </a:avLst>
          </a:prstGeom>
          <a:solidFill>
            <a:srgbClr val="3faf46"/>
          </a:solidFill>
          <a:ln w="38160">
            <a:solidFill>
              <a:srgbClr val="3fa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925" name=""/>
          <p:cNvSpPr/>
          <p:nvPr/>
        </p:nvSpPr>
        <p:spPr>
          <a:xfrm>
            <a:off x="6490800" y="3433320"/>
            <a:ext cx="1618200" cy="63612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Open Sans"/>
                <a:ea typeface="DejaVu Sans"/>
              </a:rPr>
              <a:t>cpp Implementation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6" name=""/>
          <p:cNvSpPr/>
          <p:nvPr/>
        </p:nvSpPr>
        <p:spPr>
          <a:xfrm>
            <a:off x="6545520" y="3095640"/>
            <a:ext cx="1632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Open Sans"/>
                <a:ea typeface="DejaVu Sans"/>
              </a:rPr>
              <a:t>Python Wrapper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7" name=""/>
          <p:cNvSpPr/>
          <p:nvPr/>
        </p:nvSpPr>
        <p:spPr>
          <a:xfrm>
            <a:off x="6273720" y="2686320"/>
            <a:ext cx="2080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Open Sans"/>
                <a:ea typeface="DejaVu Sans"/>
              </a:rPr>
              <a:t>Hardware Description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8" name=""/>
          <p:cNvSpPr/>
          <p:nvPr/>
        </p:nvSpPr>
        <p:spPr>
          <a:xfrm>
            <a:off x="6436080" y="846720"/>
            <a:ext cx="1759680" cy="1354320"/>
          </a:xfrm>
          <a:prstGeom prst="roundRect">
            <a:avLst>
              <a:gd name="adj" fmla="val 16667"/>
            </a:avLst>
          </a:prstGeom>
          <a:noFill/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929" name=""/>
          <p:cNvSpPr/>
          <p:nvPr/>
        </p:nvSpPr>
        <p:spPr>
          <a:xfrm>
            <a:off x="6565680" y="1179360"/>
            <a:ext cx="1477440" cy="90864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3200" strike="noStrike" u="none">
              <a:solidFill>
                <a:srgbClr val="000000"/>
              </a:solidFill>
              <a:uFillTx/>
              <a:latin typeface="Open Sans"/>
              <a:ea typeface="DejaVu Sans"/>
            </a:endParaRPr>
          </a:p>
        </p:txBody>
      </p:sp>
      <p:sp>
        <p:nvSpPr>
          <p:cNvPr id="930" name=""/>
          <p:cNvSpPr/>
          <p:nvPr/>
        </p:nvSpPr>
        <p:spPr>
          <a:xfrm>
            <a:off x="6631920" y="1195560"/>
            <a:ext cx="11718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Open Sans"/>
                <a:ea typeface="DejaVu Sans"/>
              </a:rPr>
              <a:t>Config Files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1" name=""/>
          <p:cNvSpPr/>
          <p:nvPr/>
        </p:nvSpPr>
        <p:spPr>
          <a:xfrm>
            <a:off x="6533280" y="831600"/>
            <a:ext cx="1171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Open Sans"/>
                <a:ea typeface="DejaVu Sans"/>
              </a:rPr>
              <a:t>User Space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2" name=""/>
          <p:cNvSpPr/>
          <p:nvPr/>
        </p:nvSpPr>
        <p:spPr>
          <a:xfrm>
            <a:off x="6758280" y="1590480"/>
            <a:ext cx="1124280" cy="416880"/>
          </a:xfrm>
          <a:prstGeom prst="roundRect">
            <a:avLst>
              <a:gd name="adj" fmla="val 16667"/>
            </a:avLst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Open Sans"/>
                <a:ea typeface="DejaVu Sans"/>
              </a:rPr>
              <a:t>Program Binary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3" name=""/>
          <p:cNvSpPr/>
          <p:nvPr/>
        </p:nvSpPr>
        <p:spPr>
          <a:xfrm>
            <a:off x="7310880" y="2206440"/>
            <a:ext cx="360" cy="482760"/>
          </a:xfrm>
          <a:prstGeom prst="line">
            <a:avLst/>
          </a:prstGeom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934" name=""/>
          <p:cNvSpPr/>
          <p:nvPr/>
        </p:nvSpPr>
        <p:spPr>
          <a:xfrm>
            <a:off x="6172200" y="2686680"/>
            <a:ext cx="2297160" cy="1631880"/>
          </a:xfrm>
          <a:prstGeom prst="roundRect">
            <a:avLst>
              <a:gd name="adj" fmla="val 16667"/>
            </a:avLst>
          </a:prstGeom>
          <a:noFill/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5" name="Google Shape;114;p 14"/>
          <p:cNvCxnSpPr/>
          <p:nvPr/>
        </p:nvCxnSpPr>
        <p:spPr>
          <a:xfrm>
            <a:off x="204480" y="721440"/>
            <a:ext cx="8751240" cy="1656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936" name="PlaceHolder 1"/>
          <p:cNvSpPr>
            <a:spLocks noGrp="1"/>
          </p:cNvSpPr>
          <p:nvPr>
            <p:ph type="sldNum" idx="112"/>
          </p:nvPr>
        </p:nvSpPr>
        <p:spPr>
          <a:xfrm>
            <a:off x="8472600" y="4633560"/>
            <a:ext cx="532440" cy="37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208CF55-5D9D-4BBC-A991-22067A6CCFBA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36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37" name="PlaceHolder 2"/>
          <p:cNvSpPr>
            <a:spLocks noGrp="1"/>
          </p:cNvSpPr>
          <p:nvPr>
            <p:ph type="title"/>
          </p:nvPr>
        </p:nvSpPr>
        <p:spPr>
          <a:xfrm>
            <a:off x="1028880" y="171360"/>
            <a:ext cx="7081920" cy="90684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Challenges with gem5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8" name=""/>
          <p:cNvSpPr/>
          <p:nvPr/>
        </p:nvSpPr>
        <p:spPr>
          <a:xfrm>
            <a:off x="3180600" y="3184200"/>
            <a:ext cx="2739960" cy="167976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39" name=""/>
          <p:cNvSpPr/>
          <p:nvPr/>
        </p:nvSpPr>
        <p:spPr>
          <a:xfrm>
            <a:off x="4095000" y="4026600"/>
            <a:ext cx="911160" cy="608760"/>
          </a:xfrm>
          <a:prstGeom prst="roundRect">
            <a:avLst>
              <a:gd name="adj" fmla="val 16667"/>
            </a:avLst>
          </a:prstGeom>
          <a:solidFill>
            <a:srgbClr val="ffb66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Open Sans"/>
                <a:ea typeface="DejaVu Sans"/>
              </a:rPr>
              <a:t>Linux Kernel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0" name=""/>
          <p:cNvSpPr/>
          <p:nvPr/>
        </p:nvSpPr>
        <p:spPr>
          <a:xfrm>
            <a:off x="5009400" y="4026600"/>
            <a:ext cx="911160" cy="608760"/>
          </a:xfrm>
          <a:prstGeom prst="roundRect">
            <a:avLst>
              <a:gd name="adj" fmla="val 16667"/>
            </a:avLst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Open Sans"/>
                <a:ea typeface="DejaVu Sans"/>
              </a:rPr>
              <a:t>Disk Image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1" name=""/>
          <p:cNvSpPr/>
          <p:nvPr/>
        </p:nvSpPr>
        <p:spPr>
          <a:xfrm>
            <a:off x="3409200" y="3267000"/>
            <a:ext cx="2282760" cy="6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Open Sans"/>
                <a:ea typeface="DejaVu Sans"/>
              </a:rPr>
              <a:t>gem5 Pre-compiled Resources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2" name=""/>
          <p:cNvSpPr/>
          <p:nvPr/>
        </p:nvSpPr>
        <p:spPr>
          <a:xfrm>
            <a:off x="3180600" y="4026600"/>
            <a:ext cx="911160" cy="608760"/>
          </a:xfrm>
          <a:prstGeom prst="roundRect">
            <a:avLst>
              <a:gd name="adj" fmla="val 16667"/>
            </a:avLst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Open Sans"/>
                <a:ea typeface="DejaVu Sans"/>
              </a:rPr>
              <a:t>Boot-loader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3" name="PlaceHolder 66"/>
          <p:cNvSpPr/>
          <p:nvPr/>
        </p:nvSpPr>
        <p:spPr>
          <a:xfrm>
            <a:off x="343080" y="830160"/>
            <a:ext cx="8340480" cy="37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7680" rIns="67680" tIns="33840" bIns="33840" anchor="t">
            <a:noAutofit/>
          </a:bodyPr>
          <a:p>
            <a:pPr>
              <a:lnSpc>
                <a:spcPct val="90000"/>
              </a:lnSpc>
              <a:spcBef>
                <a:spcPts val="1199"/>
              </a:spcBef>
            </a:pPr>
            <a:r>
              <a:rPr b="0" lang="en" sz="21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This work requires the use of gem5 full-system emulation, while many aspects of gem5 enable research, some also hinder progress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" sz="18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Scattered source files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Lots of detail, making high-level understanding non-trivial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FS requires gem5 resources and pre-compiled binaries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PlaceHolder 1"/>
          <p:cNvSpPr>
            <a:spLocks noGrp="1"/>
          </p:cNvSpPr>
          <p:nvPr>
            <p:ph type="sldNum" idx="113"/>
          </p:nvPr>
        </p:nvSpPr>
        <p:spPr>
          <a:xfrm>
            <a:off x="8472600" y="463356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FB9D6C2-D3EB-4E2E-BCF0-C15C5CC4AB81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37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45" name="PlaceHolder 2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800" cy="9133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Direction / Future Work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946" name="Google Shape;106;p 3"/>
          <p:cNvCxnSpPr/>
          <p:nvPr/>
        </p:nvCxnSpPr>
        <p:spPr>
          <a:xfrm>
            <a:off x="204480" y="721440"/>
            <a:ext cx="8744760" cy="1008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947" name="PlaceHolder 3"/>
          <p:cNvSpPr>
            <a:spLocks noGrp="1"/>
          </p:cNvSpPr>
          <p:nvPr>
            <p:ph/>
          </p:nvPr>
        </p:nvSpPr>
        <p:spPr>
          <a:xfrm>
            <a:off x="343080" y="829800"/>
            <a:ext cx="5362920" cy="41907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uFillTx/>
                <a:latin typeface="Times New Roman"/>
              </a:rPr>
              <a:t>Implementing a RISC-V TEE in gem5: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trike="noStrike" u="none">
                <a:solidFill>
                  <a:srgbClr val="000000"/>
                </a:solidFill>
                <a:uFillTx/>
                <a:latin typeface="Times New Roman"/>
                <a:ea typeface="Noto Sans CJK SC"/>
              </a:rPr>
              <a:t>Currently adding cache hierarchy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rgbClr val="000000"/>
                </a:solidFill>
                <a:uFillTx/>
                <a:latin typeface="Times New Roman"/>
                <a:ea typeface="Noto Sans CJK SC"/>
              </a:rPr>
              <a:t>Incorporating caches into secure memory through “board” hierarchy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rgbClr val="000000"/>
                </a:solidFill>
                <a:uFillTx/>
                <a:latin typeface="Times New Roman"/>
                <a:ea typeface="Noto Sans CJK SC"/>
              </a:rPr>
              <a:t>Entirely different way of connecting things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trike="noStrike" u="none">
                <a:solidFill>
                  <a:srgbClr val="000000"/>
                </a:solidFill>
                <a:uFillTx/>
                <a:latin typeface="Times New Roman"/>
                <a:ea typeface="Noto Sans CJK SC"/>
              </a:rPr>
              <a:t>PMP is included in any RISCV cpu in gem5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uFillTx/>
                <a:latin typeface="Times New Roman"/>
                <a:ea typeface="Noto Sans CJK SC"/>
              </a:rPr>
              <a:t>What is my contribution?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uFillTx/>
                <a:latin typeface="Times New Roman"/>
                <a:ea typeface="Noto Sans CJK SC"/>
              </a:rPr>
              <a:t>Until now, I have been just trying to implement Zach’s work in gem5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uFillTx/>
                <a:latin typeface="Times New Roman"/>
                <a:ea typeface="Noto Sans CJK SC"/>
              </a:rPr>
              <a:t>Deeper understanding of attack methods (winter break project?)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948" name="" descr=""/>
          <p:cNvPicPr/>
          <p:nvPr/>
        </p:nvPicPr>
        <p:blipFill>
          <a:blip r:embed="rId1"/>
          <a:stretch/>
        </p:blipFill>
        <p:spPr>
          <a:xfrm>
            <a:off x="5734440" y="1238400"/>
            <a:ext cx="3171960" cy="3077640"/>
          </a:xfrm>
          <a:prstGeom prst="rect">
            <a:avLst/>
          </a:prstGeom>
          <a:ln w="0">
            <a:noFill/>
          </a:ln>
        </p:spPr>
      </p:pic>
      <p:sp>
        <p:nvSpPr>
          <p:cNvPr id="949" name=""/>
          <p:cNvSpPr/>
          <p:nvPr/>
        </p:nvSpPr>
        <p:spPr>
          <a:xfrm>
            <a:off x="5943600" y="4572000"/>
            <a:ext cx="227772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808080"/>
                </a:solidFill>
                <a:uFillTx/>
                <a:latin typeface="Times New Roman"/>
              </a:rPr>
              <a:t>Moolman, Z. &amp; Lehman T.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PlaceHolder 1"/>
          <p:cNvSpPr>
            <a:spLocks noGrp="1"/>
          </p:cNvSpPr>
          <p:nvPr>
            <p:ph type="sldNum" idx="114"/>
          </p:nvPr>
        </p:nvSpPr>
        <p:spPr>
          <a:xfrm>
            <a:off x="8472600" y="463356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444520B-BBF2-4179-9B56-19B00950FBB3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38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51" name="PlaceHolder 2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800" cy="9133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Gap &amp; Contribution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952" name="Google Shape;106;p 1"/>
          <p:cNvCxnSpPr/>
          <p:nvPr/>
        </p:nvCxnSpPr>
        <p:spPr>
          <a:xfrm>
            <a:off x="204480" y="721440"/>
            <a:ext cx="8744760" cy="1008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953" name="PlaceHolder 3"/>
          <p:cNvSpPr>
            <a:spLocks noGrp="1"/>
          </p:cNvSpPr>
          <p:nvPr>
            <p:ph/>
          </p:nvPr>
        </p:nvSpPr>
        <p:spPr>
          <a:xfrm>
            <a:off x="343080" y="829800"/>
            <a:ext cx="8335080" cy="41907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uFillTx/>
                <a:latin typeface="Times New Roman"/>
                <a:ea typeface="Noto Sans CJK SC"/>
              </a:rPr>
              <a:t>A Midsummer Nights Tree (AMNT) by Sam Thomas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  <a:ea typeface="Noto Sans CJK SC"/>
              </a:rPr>
              <a:t>Crash consistent secure memory protocol by defining write-back protocols that sync the on-chip BMT root &amp; stored leaf counters in off-chip memory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uFillTx/>
                <a:latin typeface="Times New Roman"/>
                <a:ea typeface="Noto Sans CJK SC"/>
              </a:rPr>
              <a:t> 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800" cy="9133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Limitations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5" name="PlaceHolder 2"/>
          <p:cNvSpPr>
            <a:spLocks noGrp="1"/>
          </p:cNvSpPr>
          <p:nvPr>
            <p:ph/>
          </p:nvPr>
        </p:nvSpPr>
        <p:spPr>
          <a:xfrm>
            <a:off x="343080" y="606600"/>
            <a:ext cx="8382960" cy="34851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8088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Computational and memory overhead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956" name="Google Shape;180;p25"/>
          <p:cNvCxnSpPr/>
          <p:nvPr/>
        </p:nvCxnSpPr>
        <p:spPr>
          <a:xfrm>
            <a:off x="204480" y="721440"/>
            <a:ext cx="8744760" cy="1008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957" name="PlaceHolder 3"/>
          <p:cNvSpPr>
            <a:spLocks noGrp="1"/>
          </p:cNvSpPr>
          <p:nvPr>
            <p:ph type="sldNum" idx="115"/>
          </p:nvPr>
        </p:nvSpPr>
        <p:spPr>
          <a:xfrm>
            <a:off x="8472600" y="463356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B2063BE-8069-4020-B5DC-C428B9B3DF71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39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PlaceHolder 1"/>
          <p:cNvSpPr>
            <a:spLocks noGrp="1"/>
          </p:cNvSpPr>
          <p:nvPr>
            <p:ph type="sldNum" idx="116"/>
          </p:nvPr>
        </p:nvSpPr>
        <p:spPr>
          <a:xfrm>
            <a:off x="8472600" y="463356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ADB4A79-A565-4BDF-8EFA-F401D2804757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40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59" name="PlaceHolder 2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800" cy="9133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PMP Sensitivity Analysis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960" name="Google Shape;106;p 2"/>
          <p:cNvCxnSpPr/>
          <p:nvPr/>
        </p:nvCxnSpPr>
        <p:spPr>
          <a:xfrm>
            <a:off x="204480" y="721440"/>
            <a:ext cx="8744760" cy="1008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961" name="PlaceHolder 3"/>
          <p:cNvSpPr>
            <a:spLocks noGrp="1"/>
          </p:cNvSpPr>
          <p:nvPr>
            <p:ph/>
          </p:nvPr>
        </p:nvSpPr>
        <p:spPr>
          <a:xfrm>
            <a:off x="343080" y="829800"/>
            <a:ext cx="7883280" cy="41907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uFillTx/>
                <a:latin typeface="Times New Roman"/>
              </a:rPr>
              <a:t>How does a variable PMP size affect performance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uFillTx/>
                <a:latin typeface="Times New Roman"/>
              </a:rPr>
              <a:t>Efficient PMP packing: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trike="noStrike" u="none">
                <a:solidFill>
                  <a:srgbClr val="000000"/>
                </a:solidFill>
                <a:uFillTx/>
                <a:latin typeface="Times New Roman"/>
                <a:ea typeface="Noto Sans CJK SC"/>
              </a:rPr>
              <a:t>Currently, gem5 implements Naturally Aligned Power of Two (NAPOT) packing, which requires the base address to be aligned by a power of two.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800" cy="9133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gem5 Simple Sanity Check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3" name="PlaceHolder 2"/>
          <p:cNvSpPr>
            <a:spLocks noGrp="1"/>
          </p:cNvSpPr>
          <p:nvPr>
            <p:ph/>
          </p:nvPr>
        </p:nvSpPr>
        <p:spPr>
          <a:xfrm>
            <a:off x="343080" y="606600"/>
            <a:ext cx="8382960" cy="44197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8088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Base gem5 vs. Secure Memory implementation (</a:t>
            </a: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version 24.0.0.1</a:t>
            </a: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)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864000" indent="0">
              <a:lnSpc>
                <a:spcPct val="9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en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Benchmark: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1,000 accesses on 1GB array of memory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No caches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8088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Secure memory implementation requires an increase in both runtime and memory overhead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964" name="Google Shape;140;p 1"/>
          <p:cNvCxnSpPr/>
          <p:nvPr/>
        </p:nvCxnSpPr>
        <p:spPr>
          <a:xfrm>
            <a:off x="204480" y="721440"/>
            <a:ext cx="8744760" cy="1008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965" name="PlaceHolder 3"/>
          <p:cNvSpPr>
            <a:spLocks noGrp="1"/>
          </p:cNvSpPr>
          <p:nvPr>
            <p:ph type="sldNum" idx="117"/>
          </p:nvPr>
        </p:nvSpPr>
        <p:spPr>
          <a:xfrm>
            <a:off x="8472600" y="463356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749170C-9552-4F92-AC4F-1399A350E438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41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graphicFrame>
        <p:nvGraphicFramePr>
          <p:cNvPr id="966" name=""/>
          <p:cNvGraphicFramePr/>
          <p:nvPr/>
        </p:nvGraphicFramePr>
        <p:xfrm>
          <a:off x="2039400" y="2683440"/>
          <a:ext cx="5075280" cy="1397160"/>
        </p:xfrm>
        <a:graphic>
          <a:graphicData uri="http://schemas.openxmlformats.org/drawingml/2006/table">
            <a:tbl>
              <a:tblPr/>
              <a:tblGrid>
                <a:gridCol w="1268640"/>
                <a:gridCol w="1268640"/>
                <a:gridCol w="1268640"/>
                <a:gridCol w="1269720"/>
              </a:tblGrid>
              <a:tr h="364680"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Simulated Time </a:t>
                      </a: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(Seconds)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Host Memory </a:t>
                      </a: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(MB)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Number of Instructions </a:t>
                      </a: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(thousands)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Base gem5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.00388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1.18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55,966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Secure gem5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.014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3.43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55,966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67" name=""/>
          <p:cNvSpPr/>
          <p:nvPr/>
        </p:nvSpPr>
        <p:spPr>
          <a:xfrm>
            <a:off x="1480680" y="2561400"/>
            <a:ext cx="1819800" cy="752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7800" cy="9133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gem5 Cache Sanity Check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969" name="Google Shape;140;p 3"/>
          <p:cNvCxnSpPr/>
          <p:nvPr/>
        </p:nvCxnSpPr>
        <p:spPr>
          <a:xfrm>
            <a:off x="204480" y="721440"/>
            <a:ext cx="8744760" cy="1008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970" name="PlaceHolder 2"/>
          <p:cNvSpPr>
            <a:spLocks noGrp="1"/>
          </p:cNvSpPr>
          <p:nvPr>
            <p:ph type="sldNum" idx="118"/>
          </p:nvPr>
        </p:nvSpPr>
        <p:spPr>
          <a:xfrm>
            <a:off x="8472600" y="463356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21E6D85-E17D-4413-A69E-FAD93D2545CB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42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71" name=""/>
          <p:cNvSpPr/>
          <p:nvPr/>
        </p:nvSpPr>
        <p:spPr>
          <a:xfrm>
            <a:off x="613800" y="1636200"/>
            <a:ext cx="2003760" cy="1516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</a:rPr>
              <a:t>Base gem5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2" name=""/>
          <p:cNvSpPr/>
          <p:nvPr/>
        </p:nvSpPr>
        <p:spPr>
          <a:xfrm>
            <a:off x="613800" y="3231720"/>
            <a:ext cx="2003760" cy="1516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069a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</a:rPr>
              <a:t>Secure gem5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3" name=""/>
          <p:cNvSpPr/>
          <p:nvPr/>
        </p:nvSpPr>
        <p:spPr>
          <a:xfrm>
            <a:off x="2625480" y="1645200"/>
            <a:ext cx="1638000" cy="754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</a:rPr>
              <a:t>False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4" name=""/>
          <p:cNvSpPr/>
          <p:nvPr/>
        </p:nvSpPr>
        <p:spPr>
          <a:xfrm>
            <a:off x="2625480" y="2395440"/>
            <a:ext cx="1638000" cy="754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</a:rPr>
              <a:t>True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5" name=""/>
          <p:cNvSpPr/>
          <p:nvPr/>
        </p:nvSpPr>
        <p:spPr>
          <a:xfrm>
            <a:off x="2625840" y="3229200"/>
            <a:ext cx="1638000" cy="754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069a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</a:rPr>
              <a:t>False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6" name=""/>
          <p:cNvSpPr/>
          <p:nvPr/>
        </p:nvSpPr>
        <p:spPr>
          <a:xfrm>
            <a:off x="2625840" y="3979440"/>
            <a:ext cx="1638000" cy="754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069a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</a:rPr>
              <a:t>True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7" name=""/>
          <p:cNvSpPr/>
          <p:nvPr/>
        </p:nvSpPr>
        <p:spPr>
          <a:xfrm>
            <a:off x="4262400" y="1182960"/>
            <a:ext cx="1363680" cy="449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3333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Times New Roman"/>
              </a:rPr>
              <a:t>Simulated Time </a:t>
            </a:r>
            <a:r>
              <a:rPr b="0" lang="en-US" sz="1100" strike="noStrike" u="none">
                <a:solidFill>
                  <a:srgbClr val="000000"/>
                </a:solidFill>
                <a:uFillTx/>
                <a:latin typeface="Times New Roman"/>
              </a:rPr>
              <a:t>(seconds)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8" name=""/>
          <p:cNvSpPr/>
          <p:nvPr/>
        </p:nvSpPr>
        <p:spPr>
          <a:xfrm>
            <a:off x="5630760" y="1183320"/>
            <a:ext cx="1363680" cy="449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3333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Times New Roman"/>
              </a:rPr>
              <a:t>Host Memory </a:t>
            </a:r>
            <a:r>
              <a:rPr b="0" lang="en-US" sz="1100" strike="noStrike" u="none">
                <a:solidFill>
                  <a:srgbClr val="000000"/>
                </a:solidFill>
                <a:uFillTx/>
                <a:latin typeface="Times New Roman"/>
              </a:rPr>
              <a:t>(MB)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9" name=""/>
          <p:cNvSpPr/>
          <p:nvPr/>
        </p:nvSpPr>
        <p:spPr>
          <a:xfrm>
            <a:off x="6999120" y="1183680"/>
            <a:ext cx="1363680" cy="449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3333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Times New Roman"/>
              </a:rPr>
              <a:t>Number of Instructions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0" name=""/>
          <p:cNvSpPr/>
          <p:nvPr/>
        </p:nvSpPr>
        <p:spPr>
          <a:xfrm>
            <a:off x="4262760" y="1641960"/>
            <a:ext cx="1372320" cy="750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</a:rPr>
              <a:t>.003880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1" name=""/>
          <p:cNvSpPr/>
          <p:nvPr/>
        </p:nvSpPr>
        <p:spPr>
          <a:xfrm>
            <a:off x="5631120" y="1642320"/>
            <a:ext cx="1372320" cy="750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</a:rPr>
              <a:t>1.18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2" name=""/>
          <p:cNvSpPr/>
          <p:nvPr/>
        </p:nvSpPr>
        <p:spPr>
          <a:xfrm>
            <a:off x="6999480" y="1642680"/>
            <a:ext cx="1372320" cy="750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</a:rPr>
              <a:t>55,966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3" name=""/>
          <p:cNvSpPr/>
          <p:nvPr/>
        </p:nvSpPr>
        <p:spPr>
          <a:xfrm>
            <a:off x="4263120" y="2398320"/>
            <a:ext cx="1372320" cy="750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</a:rPr>
              <a:t>.000069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4" name=""/>
          <p:cNvSpPr/>
          <p:nvPr/>
        </p:nvSpPr>
        <p:spPr>
          <a:xfrm>
            <a:off x="5631480" y="2398680"/>
            <a:ext cx="1372320" cy="750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</a:rPr>
              <a:t>1.18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5" name=""/>
          <p:cNvSpPr/>
          <p:nvPr/>
        </p:nvSpPr>
        <p:spPr>
          <a:xfrm>
            <a:off x="6999840" y="2399040"/>
            <a:ext cx="1372320" cy="750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</a:rPr>
              <a:t>55,966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6" name=""/>
          <p:cNvSpPr/>
          <p:nvPr/>
        </p:nvSpPr>
        <p:spPr>
          <a:xfrm>
            <a:off x="4263120" y="3226320"/>
            <a:ext cx="1372320" cy="750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069a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</a:rPr>
              <a:t>.014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7" name=""/>
          <p:cNvSpPr/>
          <p:nvPr/>
        </p:nvSpPr>
        <p:spPr>
          <a:xfrm>
            <a:off x="5631480" y="3226680"/>
            <a:ext cx="1372320" cy="750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069a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</a:rPr>
              <a:t>3.43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8" name=""/>
          <p:cNvSpPr/>
          <p:nvPr/>
        </p:nvSpPr>
        <p:spPr>
          <a:xfrm>
            <a:off x="6999840" y="3227040"/>
            <a:ext cx="1372320" cy="750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069a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uFillTx/>
                <a:latin typeface="Times New Roman"/>
              </a:rPr>
              <a:t>55,966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9" name=""/>
          <p:cNvSpPr/>
          <p:nvPr/>
        </p:nvSpPr>
        <p:spPr>
          <a:xfrm>
            <a:off x="4263480" y="3982680"/>
            <a:ext cx="1372320" cy="750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069a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</a:rPr>
              <a:t>.000531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0" name=""/>
          <p:cNvSpPr/>
          <p:nvPr/>
        </p:nvSpPr>
        <p:spPr>
          <a:xfrm>
            <a:off x="5631840" y="3983040"/>
            <a:ext cx="1372320" cy="750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069a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</a:rPr>
              <a:t>3.44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1" name=""/>
          <p:cNvSpPr/>
          <p:nvPr/>
        </p:nvSpPr>
        <p:spPr>
          <a:xfrm>
            <a:off x="7000200" y="3983400"/>
            <a:ext cx="1372320" cy="750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069a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uFillTx/>
                <a:latin typeface="Times New Roman"/>
              </a:rPr>
              <a:t>55,966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2" name=""/>
          <p:cNvSpPr/>
          <p:nvPr/>
        </p:nvSpPr>
        <p:spPr>
          <a:xfrm>
            <a:off x="2642760" y="1183320"/>
            <a:ext cx="1619640" cy="449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33333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</a:rPr>
              <a:t>Cache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708</TotalTime>
  <Application>LibreOffice/24.8.2.1$MacOSX_AARCH64 LibreOffice_project/0f794b6e29741098670a3b95d60478a65d05ef13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2026-04-07T16:51:33Z</dcterms:modified>
  <cp:revision>93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