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5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56.xml" ContentType="application/vnd.openxmlformats-officedocument.theme+xml"/>
  <Override PartName="/ppt/theme/theme29.xml" ContentType="application/vnd.openxmlformats-officedocument.theme+xml"/>
  <Override PartName="/ppt/theme/theme17.xml" ContentType="application/vnd.openxmlformats-officedocument.theme+xml"/>
  <Override PartName="/ppt/theme/theme6.xml" ContentType="application/vnd.openxmlformats-officedocument.theme+xml"/>
  <Override PartName="/ppt/theme/theme13.xml" ContentType="application/vnd.openxmlformats-officedocument.theme+xml"/>
  <Override PartName="/ppt/theme/theme18.xml" ContentType="application/vnd.openxmlformats-officedocument.theme+xml"/>
  <Override PartName="/ppt/theme/theme7.xml" ContentType="application/vnd.openxmlformats-officedocument.theme+xml"/>
  <Override PartName="/ppt/theme/theme14.xml" ContentType="application/vnd.openxmlformats-officedocument.theme+xml"/>
  <Override PartName="/ppt/theme/theme19.xml" ContentType="application/vnd.openxmlformats-officedocument.theme+xml"/>
  <Override PartName="/ppt/theme/theme10.xml" ContentType="application/vnd.openxmlformats-officedocument.theme+xml"/>
  <Override PartName="/ppt/theme/theme69.xml" ContentType="application/vnd.openxmlformats-officedocument.theme+xml"/>
  <Override PartName="/ppt/theme/theme3.xml" ContentType="application/vnd.openxmlformats-officedocument.theme+xml"/>
  <Override PartName="/ppt/theme/theme57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4.xml" ContentType="application/vnd.openxmlformats-officedocument.theme+xml"/>
  <Override PartName="/ppt/theme/theme58.xml" ContentType="application/vnd.openxmlformats-officedocument.theme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5.xml" ContentType="application/vnd.openxmlformats-officedocument.theme+xml"/>
  <Override PartName="/ppt/theme/theme5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8.xml" ContentType="application/vnd.openxmlformats-officedocument.theme+xml"/>
  <Override PartName="/ppt/theme/theme39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50.xml" ContentType="application/vnd.openxmlformats-officedocument.theme+xml"/>
  <Override PartName="/ppt/theme/theme51.xml" ContentType="application/vnd.openxmlformats-officedocument.theme+xml"/>
  <Override PartName="/ppt/theme/theme52.xml" ContentType="application/vnd.openxmlformats-officedocument.theme+xml"/>
  <Override PartName="/ppt/theme/theme53.xml" ContentType="application/vnd.openxmlformats-officedocument.theme+xml"/>
  <Override PartName="/ppt/theme/theme54.xml" ContentType="application/vnd.openxmlformats-officedocument.theme+xml"/>
  <Override PartName="/ppt/theme/theme45.xml" ContentType="application/vnd.openxmlformats-officedocument.theme+xml"/>
  <Override PartName="/ppt/theme/theme27.xml" ContentType="application/vnd.openxmlformats-officedocument.theme+xml"/>
  <Override PartName="/ppt/theme/theme60.xml" ContentType="application/vnd.openxmlformats-officedocument.theme+xml"/>
  <Override PartName="/ppt/theme/theme46.xml" ContentType="application/vnd.openxmlformats-officedocument.theme+xml"/>
  <Override PartName="/ppt/theme/theme61.xml" ContentType="application/vnd.openxmlformats-officedocument.theme+xml"/>
  <Override PartName="/ppt/theme/theme47.xml" ContentType="application/vnd.openxmlformats-officedocument.theme+xml"/>
  <Override PartName="/ppt/theme/theme62.xml" ContentType="application/vnd.openxmlformats-officedocument.theme+xml"/>
  <Override PartName="/ppt/theme/theme48.xml" ContentType="application/vnd.openxmlformats-officedocument.theme+xml"/>
  <Override PartName="/ppt/theme/theme63.xml" ContentType="application/vnd.openxmlformats-officedocument.theme+xml"/>
  <Override PartName="/ppt/theme/theme12.xml" ContentType="application/vnd.openxmlformats-officedocument.theme+xml"/>
  <Override PartName="/ppt/theme/theme65.xml" ContentType="application/vnd.openxmlformats-officedocument.theme+xml"/>
  <Override PartName="/ppt/theme/theme66.xml" ContentType="application/vnd.openxmlformats-officedocument.theme+xml"/>
  <Override PartName="/ppt/theme/theme68.xml" ContentType="application/vnd.openxmlformats-officedocument.theme+xml"/>
  <Override PartName="/ppt/theme/theme67.xml" ContentType="application/vnd.openxmlformats-officedocument.theme+xml"/>
  <Override PartName="/ppt/theme/theme49.xml" ContentType="application/vnd.openxmlformats-officedocument.theme+xml"/>
  <Override PartName="/ppt/theme/theme64.xml" ContentType="application/vnd.openxmlformats-officedocument.theme+xml"/>
  <Override PartName="/ppt/theme/theme37.xml" ContentType="application/vnd.openxmlformats-officedocument.theme+xml"/>
  <Override PartName="/ppt/theme/theme70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68.xml.rels" ContentType="application/vnd.openxmlformats-package.relationships+xml"/>
  <Override PartName="/ppt/slideMasters/_rels/slideMaster67.xml.rels" ContentType="application/vnd.openxmlformats-package.relationships+xml"/>
  <Override PartName="/ppt/slideMasters/_rels/slideMaster66.xml.rels" ContentType="application/vnd.openxmlformats-package.relationships+xml"/>
  <Override PartName="/ppt/slideMasters/_rels/slideMaster65.xml.rels" ContentType="application/vnd.openxmlformats-package.relationships+xml"/>
  <Override PartName="/ppt/slideMasters/_rels/slideMaster59.xml.rels" ContentType="application/vnd.openxmlformats-package.relationships+xml"/>
  <Override PartName="/ppt/slideMasters/_rels/slideMaster64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58.xml.rels" ContentType="application/vnd.openxmlformats-package.relationships+xml"/>
  <Override PartName="/ppt/slideMasters/_rels/slideMaster63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62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61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60.xml.rels" ContentType="application/vnd.openxmlformats-package.relationships+xml"/>
  <Override PartName="/ppt/slideMasters/_rels/slideMaster57.xml.rels" ContentType="application/vnd.openxmlformats-package.relationships+xml"/>
  <Override PartName="/ppt/slideMasters/_rels/slideMaster56.xml.rels" ContentType="application/vnd.openxmlformats-package.relationships+xml"/>
  <Override PartName="/ppt/slideMasters/_rels/slideMaster55.xml.rels" ContentType="application/vnd.openxmlformats-package.relationships+xml"/>
  <Override PartName="/ppt/slideMasters/_rels/slideMaster54.xml.rels" ContentType="application/vnd.openxmlformats-package.relationships+xml"/>
  <Override PartName="/ppt/slideMasters/_rels/slideMaster53.xml.rels" ContentType="application/vnd.openxmlformats-package.relationships+xml"/>
  <Override PartName="/ppt/slideMasters/_rels/slideMaster52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7.xml.rels" ContentType="application/vnd.openxmlformats-package.relationships+xml"/>
  <Override PartName="/ppt/slideMasters/slideMaster37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69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57.xml" ContentType="application/vnd.openxmlformats-officedocument.presentationml.slideMaster+xml"/>
  <Override PartName="/ppt/slideMasters/slideMaster60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Masters/slideMaster5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64.xml" ContentType="application/vnd.openxmlformats-officedocument.presentationml.slideMaster+xml"/>
  <Override PartName="/ppt/slideMasters/slideMaster59.xml" ContentType="application/vnd.openxmlformats-officedocument.presentationml.slideMaster+xml"/>
  <Override PartName="/ppt/slideMasters/slideMaster65.xml" ContentType="application/vnd.openxmlformats-officedocument.presentationml.slideMaster+xml"/>
  <Override PartName="/ppt/slideMasters/slideMaster66.xml" ContentType="application/vnd.openxmlformats-officedocument.presentationml.slideMaster+xml"/>
  <Override PartName="/ppt/slideMasters/slideMaster67.xml" ContentType="application/vnd.openxmlformats-officedocument.presentationml.slideMaster+xml"/>
  <Override PartName="/ppt/slideMasters/slideMaster68.xml" ContentType="application/vnd.openxmlformats-officedocument.presentationml.slideMaster+xml"/>
  <Override PartName="/ppt/_rels/presentation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_rels/slideLayout73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4.xml.rels" ContentType="application/vnd.openxmlformats-package.relationships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73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5.jpeg" ContentType="image/jpeg"/>
  <Override PartName="/ppt/media/image4.png" ContentType="image/png"/>
  <Override PartName="/ppt/media/image6.jpeg" ContentType="image/jpeg"/>
  <Override PartName="/ppt/media/image7.png" ContentType="image/png"/>
  <Override PartName="/ppt/slides/_rels/slide42.xml.rels" ContentType="application/vnd.openxmlformats-package.relationships+xml"/>
  <Override PartName="/ppt/slides/_rels/slide27.xml.rels" ContentType="application/vnd.openxmlformats-package.relationships+xml"/>
  <Override PartName="/ppt/slides/_rels/slide36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26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25.xml.rels" ContentType="application/vnd.openxmlformats-package.relationships+xml"/>
  <Override PartName="/ppt/slides/_rels/slide34.xml.rels" ContentType="application/vnd.openxmlformats-package.relationships+xml"/>
  <Override PartName="/ppt/slides/_rels/slide9.xml.rels" ContentType="application/vnd.openxmlformats-package.relationships+xml"/>
  <Override PartName="/ppt/slides/_rels/slide37.xml.rels" ContentType="application/vnd.openxmlformats-package.relationships+xml"/>
  <Override PartName="/ppt/slides/_rels/slide1.xml.rels" ContentType="application/vnd.openxmlformats-package.relationships+xml"/>
  <Override PartName="/ppt/slides/_rels/slide33.xml.rels" ContentType="application/vnd.openxmlformats-package.relationships+xml"/>
  <Override PartName="/ppt/slides/_rels/slide8.xml.rels" ContentType="application/vnd.openxmlformats-package.relationships+xml"/>
  <Override PartName="/ppt/slides/_rels/slide32.xml.rels" ContentType="application/vnd.openxmlformats-package.relationships+xml"/>
  <Override PartName="/ppt/slides/_rels/slide7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31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0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9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34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26.xml" ContentType="application/vnd.openxmlformats-officedocument.presentationml.slide+xml"/>
  <Override PartName="/ppt/slides/slide41.xml" ContentType="application/vnd.openxmlformats-officedocument.presentationml.slide+xml"/>
  <Override PartName="/ppt/slides/slide39.xml" ContentType="application/vnd.openxmlformats-officedocument.presentationml.slide+xml"/>
  <Override PartName="/ppt/slides/slide36.xml" ContentType="application/vnd.openxmlformats-officedocument.presentationml.slide+xml"/>
  <Override PartName="/ppt/slides/slide27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_rels/notesSlide40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7.xml.rels" ContentType="application/vnd.openxmlformats-package.relationships+xml"/>
  <Override PartName="/ppt/notesSlides/notesSlide3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  <p:sldMasterId id="2147483746" r:id="rId51"/>
    <p:sldMasterId id="2147483748" r:id="rId52"/>
    <p:sldMasterId id="2147483750" r:id="rId53"/>
    <p:sldMasterId id="2147483752" r:id="rId54"/>
    <p:sldMasterId id="2147483754" r:id="rId55"/>
    <p:sldMasterId id="2147483756" r:id="rId56"/>
    <p:sldMasterId id="2147483758" r:id="rId57"/>
    <p:sldMasterId id="2147483760" r:id="rId58"/>
    <p:sldMasterId id="2147483762" r:id="rId59"/>
    <p:sldMasterId id="2147483764" r:id="rId60"/>
    <p:sldMasterId id="2147483766" r:id="rId61"/>
    <p:sldMasterId id="2147483772" r:id="rId62"/>
    <p:sldMasterId id="2147483774" r:id="rId63"/>
    <p:sldMasterId id="2147483776" r:id="rId64"/>
    <p:sldMasterId id="2147483778" r:id="rId65"/>
    <p:sldMasterId id="2147483780" r:id="rId66"/>
    <p:sldMasterId id="2147483782" r:id="rId67"/>
    <p:sldMasterId id="2147483784" r:id="rId68"/>
    <p:sldMasterId id="2147483786" r:id="rId69"/>
    <p:sldMasterId id="2147483788" r:id="rId70"/>
  </p:sldMasterIdLst>
  <p:notesMasterIdLst>
    <p:notesMasterId r:id="rId71"/>
  </p:notesMasterIdLst>
  <p:sldIdLst>
    <p:sldId id="256" r:id="rId72"/>
    <p:sldId id="257" r:id="rId73"/>
    <p:sldId id="258" r:id="rId74"/>
    <p:sldId id="259" r:id="rId75"/>
    <p:sldId id="260" r:id="rId76"/>
    <p:sldId id="261" r:id="rId77"/>
    <p:sldId id="262" r:id="rId78"/>
    <p:sldId id="263" r:id="rId79"/>
    <p:sldId id="264" r:id="rId80"/>
    <p:sldId id="265" r:id="rId81"/>
    <p:sldId id="266" r:id="rId82"/>
    <p:sldId id="267" r:id="rId83"/>
    <p:sldId id="268" r:id="rId84"/>
    <p:sldId id="269" r:id="rId85"/>
    <p:sldId id="270" r:id="rId86"/>
    <p:sldId id="271" r:id="rId87"/>
    <p:sldId id="272" r:id="rId88"/>
    <p:sldId id="273" r:id="rId89"/>
    <p:sldId id="274" r:id="rId90"/>
    <p:sldId id="275" r:id="rId91"/>
    <p:sldId id="276" r:id="rId92"/>
    <p:sldId id="277" r:id="rId93"/>
    <p:sldId id="278" r:id="rId94"/>
    <p:sldId id="279" r:id="rId95"/>
    <p:sldId id="280" r:id="rId96"/>
    <p:sldId id="281" r:id="rId97"/>
    <p:sldId id="282" r:id="rId98"/>
    <p:sldId id="283" r:id="rId99"/>
    <p:sldId id="284" r:id="rId100"/>
    <p:sldId id="285" r:id="rId101"/>
    <p:sldId id="286" r:id="rId102"/>
    <p:sldId id="287" r:id="rId103"/>
    <p:sldId id="288" r:id="rId104"/>
    <p:sldId id="289" r:id="rId105"/>
    <p:sldId id="290" r:id="rId106"/>
    <p:sldId id="291" r:id="rId107"/>
    <p:sldId id="292" r:id="rId108"/>
    <p:sldId id="293" r:id="rId109"/>
    <p:sldId id="294" r:id="rId110"/>
    <p:sldId id="295" r:id="rId111"/>
    <p:sldId id="296" r:id="rId112"/>
    <p:sldId id="297" r:id="rId113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slideMaster" Target="slideMasters/slideMaster57.xml"/><Relationship Id="rId59" Type="http://schemas.openxmlformats.org/officeDocument/2006/relationships/slideMaster" Target="slideMasters/slideMaster58.xml"/><Relationship Id="rId60" Type="http://schemas.openxmlformats.org/officeDocument/2006/relationships/slideMaster" Target="slideMasters/slideMaster59.xml"/><Relationship Id="rId61" Type="http://schemas.openxmlformats.org/officeDocument/2006/relationships/slideMaster" Target="slideMasters/slideMaster60.xml"/><Relationship Id="rId62" Type="http://schemas.openxmlformats.org/officeDocument/2006/relationships/slideMaster" Target="slideMasters/slideMaster61.xml"/><Relationship Id="rId63" Type="http://schemas.openxmlformats.org/officeDocument/2006/relationships/slideMaster" Target="slideMasters/slideMaster62.xml"/><Relationship Id="rId64" Type="http://schemas.openxmlformats.org/officeDocument/2006/relationships/slideMaster" Target="slideMasters/slideMaster63.xml"/><Relationship Id="rId65" Type="http://schemas.openxmlformats.org/officeDocument/2006/relationships/slideMaster" Target="slideMasters/slideMaster64.xml"/><Relationship Id="rId66" Type="http://schemas.openxmlformats.org/officeDocument/2006/relationships/slideMaster" Target="slideMasters/slideMaster65.xml"/><Relationship Id="rId67" Type="http://schemas.openxmlformats.org/officeDocument/2006/relationships/slideMaster" Target="slideMasters/slideMaster66.xml"/><Relationship Id="rId68" Type="http://schemas.openxmlformats.org/officeDocument/2006/relationships/slideMaster" Target="slideMasters/slideMaster67.xml"/><Relationship Id="rId69" Type="http://schemas.openxmlformats.org/officeDocument/2006/relationships/slideMaster" Target="slideMasters/slideMaster68.xml"/><Relationship Id="rId70" Type="http://schemas.openxmlformats.org/officeDocument/2006/relationships/slideMaster" Target="slideMasters/slideMaster69.xml"/><Relationship Id="rId71" Type="http://schemas.openxmlformats.org/officeDocument/2006/relationships/notesMaster" Target="notesMasters/notesMaster1.xml"/><Relationship Id="rId72" Type="http://schemas.openxmlformats.org/officeDocument/2006/relationships/slide" Target="slides/slide1.xml"/><Relationship Id="rId73" Type="http://schemas.openxmlformats.org/officeDocument/2006/relationships/slide" Target="slides/slide2.xml"/><Relationship Id="rId74" Type="http://schemas.openxmlformats.org/officeDocument/2006/relationships/slide" Target="slides/slide3.xml"/><Relationship Id="rId75" Type="http://schemas.openxmlformats.org/officeDocument/2006/relationships/slide" Target="slides/slide4.xml"/><Relationship Id="rId76" Type="http://schemas.openxmlformats.org/officeDocument/2006/relationships/slide" Target="slides/slide5.xml"/><Relationship Id="rId77" Type="http://schemas.openxmlformats.org/officeDocument/2006/relationships/slide" Target="slides/slide6.xml"/><Relationship Id="rId78" Type="http://schemas.openxmlformats.org/officeDocument/2006/relationships/slide" Target="slides/slide7.xml"/><Relationship Id="rId79" Type="http://schemas.openxmlformats.org/officeDocument/2006/relationships/slide" Target="slides/slide8.xml"/><Relationship Id="rId80" Type="http://schemas.openxmlformats.org/officeDocument/2006/relationships/slide" Target="slides/slide9.xml"/><Relationship Id="rId81" Type="http://schemas.openxmlformats.org/officeDocument/2006/relationships/slide" Target="slides/slide10.xml"/><Relationship Id="rId82" Type="http://schemas.openxmlformats.org/officeDocument/2006/relationships/slide" Target="slides/slide11.xml"/><Relationship Id="rId83" Type="http://schemas.openxmlformats.org/officeDocument/2006/relationships/slide" Target="slides/slide12.xml"/><Relationship Id="rId84" Type="http://schemas.openxmlformats.org/officeDocument/2006/relationships/slide" Target="slides/slide13.xml"/><Relationship Id="rId85" Type="http://schemas.openxmlformats.org/officeDocument/2006/relationships/slide" Target="slides/slide14.xml"/><Relationship Id="rId86" Type="http://schemas.openxmlformats.org/officeDocument/2006/relationships/slide" Target="slides/slide15.xml"/><Relationship Id="rId87" Type="http://schemas.openxmlformats.org/officeDocument/2006/relationships/slide" Target="slides/slide16.xml"/><Relationship Id="rId88" Type="http://schemas.openxmlformats.org/officeDocument/2006/relationships/slide" Target="slides/slide17.xml"/><Relationship Id="rId89" Type="http://schemas.openxmlformats.org/officeDocument/2006/relationships/slide" Target="slides/slide18.xml"/><Relationship Id="rId90" Type="http://schemas.openxmlformats.org/officeDocument/2006/relationships/slide" Target="slides/slide19.xml"/><Relationship Id="rId91" Type="http://schemas.openxmlformats.org/officeDocument/2006/relationships/slide" Target="slides/slide20.xml"/><Relationship Id="rId92" Type="http://schemas.openxmlformats.org/officeDocument/2006/relationships/slide" Target="slides/slide21.xml"/><Relationship Id="rId93" Type="http://schemas.openxmlformats.org/officeDocument/2006/relationships/slide" Target="slides/slide22.xml"/><Relationship Id="rId94" Type="http://schemas.openxmlformats.org/officeDocument/2006/relationships/slide" Target="slides/slide23.xml"/><Relationship Id="rId95" Type="http://schemas.openxmlformats.org/officeDocument/2006/relationships/slide" Target="slides/slide24.xml"/><Relationship Id="rId96" Type="http://schemas.openxmlformats.org/officeDocument/2006/relationships/slide" Target="slides/slide25.xml"/><Relationship Id="rId97" Type="http://schemas.openxmlformats.org/officeDocument/2006/relationships/slide" Target="slides/slide26.xml"/><Relationship Id="rId98" Type="http://schemas.openxmlformats.org/officeDocument/2006/relationships/slide" Target="slides/slide27.xml"/><Relationship Id="rId99" Type="http://schemas.openxmlformats.org/officeDocument/2006/relationships/slide" Target="slides/slide28.xml"/><Relationship Id="rId100" Type="http://schemas.openxmlformats.org/officeDocument/2006/relationships/slide" Target="slides/slide29.xml"/><Relationship Id="rId101" Type="http://schemas.openxmlformats.org/officeDocument/2006/relationships/slide" Target="slides/slide30.xml"/><Relationship Id="rId102" Type="http://schemas.openxmlformats.org/officeDocument/2006/relationships/slide" Target="slides/slide31.xml"/><Relationship Id="rId103" Type="http://schemas.openxmlformats.org/officeDocument/2006/relationships/slide" Target="slides/slide32.xml"/><Relationship Id="rId104" Type="http://schemas.openxmlformats.org/officeDocument/2006/relationships/slide" Target="slides/slide33.xml"/><Relationship Id="rId105" Type="http://schemas.openxmlformats.org/officeDocument/2006/relationships/slide" Target="slides/slide34.xml"/><Relationship Id="rId106" Type="http://schemas.openxmlformats.org/officeDocument/2006/relationships/slide" Target="slides/slide35.xml"/><Relationship Id="rId107" Type="http://schemas.openxmlformats.org/officeDocument/2006/relationships/slide" Target="slides/slide36.xml"/><Relationship Id="rId108" Type="http://schemas.openxmlformats.org/officeDocument/2006/relationships/slide" Target="slides/slide37.xml"/><Relationship Id="rId109" Type="http://schemas.openxmlformats.org/officeDocument/2006/relationships/slide" Target="slides/slide38.xml"/><Relationship Id="rId110" Type="http://schemas.openxmlformats.org/officeDocument/2006/relationships/slide" Target="slides/slide39.xml"/><Relationship Id="rId111" Type="http://schemas.openxmlformats.org/officeDocument/2006/relationships/slide" Target="slides/slide40.xml"/><Relationship Id="rId112" Type="http://schemas.openxmlformats.org/officeDocument/2006/relationships/slide" Target="slides/slide41.xml"/><Relationship Id="rId113" Type="http://schemas.openxmlformats.org/officeDocument/2006/relationships/slide" Target="slides/slide42.xml"/><Relationship Id="rId1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0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3" name="PlaceHolder 4"/>
          <p:cNvSpPr>
            <a:spLocks noGrp="1"/>
          </p:cNvSpPr>
          <p:nvPr>
            <p:ph type="dt" idx="7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4" name="PlaceHolder 5"/>
          <p:cNvSpPr>
            <a:spLocks noGrp="1"/>
          </p:cNvSpPr>
          <p:nvPr>
            <p:ph type="ftr" idx="7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5" name="PlaceHolder 6"/>
          <p:cNvSpPr>
            <a:spLocks noGrp="1"/>
          </p:cNvSpPr>
          <p:nvPr>
            <p:ph type="sldNum" idx="7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A091850-581A-468D-9AF2-6BADB3FD245E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6" name="PlaceHolder 3"/>
          <p:cNvSpPr>
            <a:spLocks noGrp="1"/>
          </p:cNvSpPr>
          <p:nvPr>
            <p:ph type="sldNum" idx="115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514260-D308-45B4-86C2-83AEAC7892B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9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4C8B73-D8AB-4324-8251-9FC6DF45AF5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2" name="PlaceHolder 3"/>
          <p:cNvSpPr>
            <a:spLocks noGrp="1"/>
          </p:cNvSpPr>
          <p:nvPr>
            <p:ph type="sldNum" idx="117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98F962-AABB-44EC-8AB2-0EF7F5323FF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5" name="PlaceHolder 3"/>
          <p:cNvSpPr>
            <a:spLocks noGrp="1"/>
          </p:cNvSpPr>
          <p:nvPr>
            <p:ph type="sldNum" idx="118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AE8B9C-FF52-46F2-B389-B6983E929C2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8" name="PlaceHolder 3"/>
          <p:cNvSpPr>
            <a:spLocks noGrp="1"/>
          </p:cNvSpPr>
          <p:nvPr>
            <p:ph type="sldNum" idx="119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BEB632-7183-4495-B52A-1BC30099A44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1" name="PlaceHolder 3"/>
          <p:cNvSpPr>
            <a:spLocks noGrp="1"/>
          </p:cNvSpPr>
          <p:nvPr>
            <p:ph type="sldNum" idx="120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11F72B-AE11-477D-9EBA-1B55E0B3499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4" name="PlaceHolder 3"/>
          <p:cNvSpPr>
            <a:spLocks noGrp="1"/>
          </p:cNvSpPr>
          <p:nvPr>
            <p:ph type="sldNum" idx="121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F06350-54F5-4126-ABE3-FDC141E796D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7" name="PlaceHolder 3"/>
          <p:cNvSpPr>
            <a:spLocks noGrp="1"/>
          </p:cNvSpPr>
          <p:nvPr>
            <p:ph type="sldNum" idx="122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B298C9-A92E-41D9-B90D-52A197CDEC8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9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0" name="PlaceHolder 3"/>
          <p:cNvSpPr>
            <a:spLocks noGrp="1"/>
          </p:cNvSpPr>
          <p:nvPr>
            <p:ph type="sldNum" idx="123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5AF463-1A8A-49C6-8732-14A47D79C933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3" name="PlaceHolder 3"/>
          <p:cNvSpPr>
            <a:spLocks noGrp="1"/>
          </p:cNvSpPr>
          <p:nvPr>
            <p:ph type="sldNum" idx="124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1E030B-A65B-4EDF-9F2C-0BDE80F75D3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42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6" name="PlaceHolder 3"/>
          <p:cNvSpPr>
            <a:spLocks noGrp="1"/>
          </p:cNvSpPr>
          <p:nvPr>
            <p:ph type="sldNum" idx="125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A97C40-FFFE-408D-B25E-E55E00EBB93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9" name="PlaceHolder 3"/>
          <p:cNvSpPr>
            <a:spLocks noGrp="1"/>
          </p:cNvSpPr>
          <p:nvPr>
            <p:ph type="sldNum" idx="126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F94099-74B9-4628-85AF-D2FA3022775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2" name="PlaceHolder 3"/>
          <p:cNvSpPr>
            <a:spLocks noGrp="1"/>
          </p:cNvSpPr>
          <p:nvPr>
            <p:ph type="sldNum" idx="127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DD6CA7-CE81-4DFD-9FC3-F202975216C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5" name="PlaceHolder 3"/>
          <p:cNvSpPr>
            <a:spLocks noGrp="1"/>
          </p:cNvSpPr>
          <p:nvPr>
            <p:ph type="sldNum" idx="128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6F4255-7645-4624-ABE0-FD09471977B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8" name="PlaceHolder 3"/>
          <p:cNvSpPr>
            <a:spLocks noGrp="1"/>
          </p:cNvSpPr>
          <p:nvPr>
            <p:ph type="sldNum" idx="129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2343F9-C6E0-451D-8A63-ABA0235385C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1" name="PlaceHolder 3"/>
          <p:cNvSpPr>
            <a:spLocks noGrp="1"/>
          </p:cNvSpPr>
          <p:nvPr>
            <p:ph type="sldNum" idx="130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AC4EB5-9D82-4AC9-9E65-DF57EB21975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4" name="PlaceHolder 3"/>
          <p:cNvSpPr>
            <a:spLocks noGrp="1"/>
          </p:cNvSpPr>
          <p:nvPr>
            <p:ph type="sldNum" idx="131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98B50C-E31D-45AD-99D0-6E058959251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7" name="PlaceHolder 3"/>
          <p:cNvSpPr>
            <a:spLocks noGrp="1"/>
          </p:cNvSpPr>
          <p:nvPr>
            <p:ph type="sldNum" idx="132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E18A60-8209-48B7-A947-270CF7D4744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0" name="PlaceHolder 3"/>
          <p:cNvSpPr>
            <a:spLocks noGrp="1"/>
          </p:cNvSpPr>
          <p:nvPr>
            <p:ph type="sldNum" idx="133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5A9727-04E9-4A2C-8CF0-BD7AD684550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3" name="PlaceHolder 3"/>
          <p:cNvSpPr>
            <a:spLocks noGrp="1"/>
          </p:cNvSpPr>
          <p:nvPr>
            <p:ph type="sldNum" idx="134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C706CD-1C39-46B1-9E58-13120718E00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6" name="PlaceHolder 3"/>
          <p:cNvSpPr>
            <a:spLocks noGrp="1"/>
          </p:cNvSpPr>
          <p:nvPr>
            <p:ph type="sldNum" idx="135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07E661-D0A5-4612-8A0D-576BEF3CB933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136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34684C-FAB5-444D-BBEA-F81354BB1B4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2" name="PlaceHolder 3"/>
          <p:cNvSpPr>
            <a:spLocks noGrp="1"/>
          </p:cNvSpPr>
          <p:nvPr>
            <p:ph type="sldNum" idx="137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71382A-1D79-4D87-B069-DDCCE5E57E8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138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BC9724-A01D-4444-A090-E4048927085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8" name="PlaceHolder 3"/>
          <p:cNvSpPr>
            <a:spLocks noGrp="1"/>
          </p:cNvSpPr>
          <p:nvPr>
            <p:ph type="sldNum" idx="139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69A0E9-FF86-46C4-86B8-31344DBF1C3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140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45A509-418D-4C00-84BE-24A299AA153A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4" name="PlaceHolder 3"/>
          <p:cNvSpPr>
            <a:spLocks noGrp="1"/>
          </p:cNvSpPr>
          <p:nvPr>
            <p:ph type="sldNum" idx="141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DBC6E5-79C4-456F-8D80-5FC9C92C19C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ldNum" idx="142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59A002-7E17-4C90-9097-EDFE0A67481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0" name="PlaceHolder 3"/>
          <p:cNvSpPr>
            <a:spLocks noGrp="1"/>
          </p:cNvSpPr>
          <p:nvPr>
            <p:ph type="sldNum" idx="143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0552FD-4673-4CE0-913B-ADC5553E247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3" name="PlaceHolder 3"/>
          <p:cNvSpPr>
            <a:spLocks noGrp="1"/>
          </p:cNvSpPr>
          <p:nvPr>
            <p:ph type="sldNum" idx="144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23450B-40EC-4463-8BD9-B2BB7C4C1DE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6" name="PlaceHolder 3"/>
          <p:cNvSpPr>
            <a:spLocks noGrp="1"/>
          </p:cNvSpPr>
          <p:nvPr>
            <p:ph type="sldNum" idx="145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C5A32D-7968-4A3C-A767-2A256208A40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9" name="PlaceHolder 3"/>
          <p:cNvSpPr>
            <a:spLocks noGrp="1"/>
          </p:cNvSpPr>
          <p:nvPr>
            <p:ph type="sldNum" idx="146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34506E-436F-4DA5-831C-EA010728A4B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2" name="PlaceHolder 3"/>
          <p:cNvSpPr>
            <a:spLocks noGrp="1"/>
          </p:cNvSpPr>
          <p:nvPr>
            <p:ph type="sldNum" idx="147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E88B10-1907-4CAA-9E3C-4C71EB480A0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5" name="PlaceHolder 3"/>
          <p:cNvSpPr>
            <a:spLocks noGrp="1"/>
          </p:cNvSpPr>
          <p:nvPr>
            <p:ph type="sldNum" idx="148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68A54D-DF1E-4717-9C2B-2B6315F07FA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8" name="PlaceHolder 3"/>
          <p:cNvSpPr>
            <a:spLocks noGrp="1"/>
          </p:cNvSpPr>
          <p:nvPr>
            <p:ph type="sldNum" idx="149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933814-40FE-4B39-8837-843CA76EFB0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520" cy="306396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080" cy="35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150"/>
          </p:nvPr>
        </p:nvSpPr>
        <p:spPr>
          <a:xfrm>
            <a:off x="3884760" y="8685360"/>
            <a:ext cx="2949480" cy="43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7828ED-031D-4E84-93C3-999E48591ABA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151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88DE40-416E-43DF-A121-54E66A4DCD8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152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7C906C-F2D4-4BCA-9833-5143743F57B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153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154913-C48B-436A-B967-62EA6784CF6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154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145F2C-5664-4FA2-A014-5E66A4C8BDA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155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89FDAB-F181-456D-89DA-5FE7C42F620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000" cy="307044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560" cy="358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56"/>
          </p:nvPr>
        </p:nvSpPr>
        <p:spPr>
          <a:xfrm>
            <a:off x="3884760" y="8685360"/>
            <a:ext cx="2955960" cy="44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5F81C5-B886-4824-BD64-EA51DBFE59EE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4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8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9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4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5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7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8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833D297-4A06-411D-8FD0-A723AD8C9F25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49D469-E2BE-4224-B681-9C73C38214B6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97C5DC2-6EC5-44AC-8310-2D4188EEAF37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35AC0C0-0672-40F7-8C1E-BEE7B549D33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D9862B-D4BA-4244-B1C6-238712F7DB0B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8721B68-84EF-4B1F-88D6-C69C3F34D26D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2BCF11DD-9BA4-4653-9A25-69A52514C848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538A55-6DB6-4BC7-BA8B-6BE0A80F354F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A193B31-11D8-4C3D-BAF1-428D1530121E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D243957E-F176-465F-8780-97ED9AE2BE2A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7DB668B-7CF8-4A63-BCD8-76E2ABFAC1B6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F40EF7A-0DE3-4B02-9640-DB07173D8EF4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1860F26F-5918-4407-AF25-621D43FD514B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E53FFC-2CB8-47EF-8E7B-E52A7B7C56DB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4D803BB-4A24-41A4-B27B-C7EFAAF2DC80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927FA26C-7BA0-4DAB-A773-EDE8EFDE76C7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84353D-A580-462B-9023-2736BDCDEC49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335EC49-E5DF-4B00-BD0A-F3AF70992A13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E152FFF-27B2-48F2-912E-D798F0C76B87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33B4778-B3D6-482C-96BF-876C969AC8BE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B09E792-E6C1-40C6-A066-9A2A3CD39059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B4E262FA-A413-4CC3-B259-AA227D5DAB4D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C9C24B4-C0CA-412A-B32A-050D271D81F2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B371E4C-C58A-432B-B97A-C2D116F9AF47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07DCC687-6A20-4EEC-B605-18603624BDBD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49ACED0-AFC3-4FCD-BB6B-DC16FCCFC998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9ADC292-060D-4F27-B754-0A340EB3344A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5F94629A-60AB-4025-AB75-B8AA6F77FEB7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9F28A7A-BAB7-44DA-9D0E-1054A83F307E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E58752C-A772-4660-B59F-F9CDA81FBE39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DC86F2A6-7716-4B48-B21E-A2D3CD2A69C0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7132A63-5BD9-4603-BF9C-E0BD6A3DC063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8F25E65-E5C8-4AF0-BE36-62C7FEC52775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C72F55D6-DC64-423F-A4BF-F6C4DA823501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98B6FA7-DA34-4D8B-8A4D-EEEEC3D3DA87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267EFC3F-B7AA-41BF-8DB5-CDEBBCE4F762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C7F6A2E6-9837-4ACA-8DBE-1B413C61FC9B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46E8614-9BE7-4E11-8BC6-8EDCDA70DF9E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5D314D97-EBFB-4DFF-BB7D-1ABF5224C17F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F90181F0-74BB-4408-AD88-94E00C284D92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0AD7F7C-4789-4462-88DC-3224448F9C17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44978794-817D-4F85-A83F-EF3BA38F0BCF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3"/>
          </p:nvPr>
        </p:nvSpPr>
        <p:spPr/>
        <p:txBody>
          <a:bodyPr/>
          <a:p>
            <a:fld id="{EFC50A18-B69E-4AA1-ACFF-E7FEFB74F9F3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4D96316-318C-46CA-AB52-4660BE5D31FF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020573A3-0910-41FA-AD3F-360361F85DC3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p>
            <a:fld id="{E47BC2EC-B3BB-4E06-A4F4-1AFBC46E60F5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D0458DE-BC58-48C4-8941-0224B4CD7478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BCD20015-ACE5-49B0-A4FF-3B69F6A34094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9"/>
          </p:nvPr>
        </p:nvSpPr>
        <p:spPr/>
        <p:txBody>
          <a:bodyPr/>
          <a:p>
            <a:fld id="{1A8CEDBA-B982-4F62-9DAA-064DB97CE9AE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AEE4801-F93F-48F1-A1AF-BB3C771B771A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634CDC60-D6EA-44B3-84C8-2303CDB13FF4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2"/>
          </p:nvPr>
        </p:nvSpPr>
        <p:spPr/>
        <p:txBody>
          <a:bodyPr/>
          <a:p>
            <a:fld id="{C0FBA5EC-5CB9-4887-B65D-22E96E499432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72E428A-59BD-4141-9214-28D723C75072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15A1F66D-571D-448C-B068-96F5EC87E188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5"/>
          </p:nvPr>
        </p:nvSpPr>
        <p:spPr/>
        <p:txBody>
          <a:bodyPr/>
          <a:p>
            <a:fld id="{2474CC5C-5015-49F4-9700-174C3B73EE8A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042ABA6-A269-4AD7-8B55-C5E183940689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81174818-FEDB-48A0-B72D-B967387906D8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8"/>
          </p:nvPr>
        </p:nvSpPr>
        <p:spPr/>
        <p:txBody>
          <a:bodyPr/>
          <a:p>
            <a:fld id="{EB9B1799-6CEF-4ED1-B4F8-4944072F8AA3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457C5180-1EB9-4036-B408-ED86652F44E9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B4EAF353-1956-45A0-BB9E-2F9DDB8839DE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1C602A73-9EE5-4A46-AFB9-13E2083B2398}" type="slidenum">
              <a:t>&lt;#&gt;</a:t>
            </a:fld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B0C44EDC-BE98-489A-A713-60C5436A51A0}" type="slidenum">
              <a:t>&lt;#&gt;</a:t>
            </a:fld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E6C4C4C8-0F82-425F-B6E3-C8CF1239D176}" type="slidenum">
              <a:t>&lt;#&gt;</a:t>
            </a:fld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53D29BD1-0A8B-4A3A-B035-97A9ED051EB2}" type="slidenum">
              <a:t>&lt;#&gt;</a:t>
            </a:fld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1"/>
          </p:nvPr>
        </p:nvSpPr>
        <p:spPr/>
        <p:txBody>
          <a:bodyPr/>
          <a:p>
            <a:fld id="{347EF41B-6F1F-4858-97F3-BA3C9377FD55}" type="slidenum">
              <a:t>&lt;#&gt;</a:t>
            </a:fld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454E2E5-B751-4DAC-8247-B683C1AA5F9C}" type="slidenum">
              <a:t>&lt;#&gt;</a:t>
            </a:fld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6F972251-69FE-4390-B891-A199D5790240}" type="slidenum">
              <a:t>&lt;#&gt;</a:t>
            </a:fld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4"/>
          </p:nvPr>
        </p:nvSpPr>
        <p:spPr/>
        <p:txBody>
          <a:bodyPr/>
          <a:p>
            <a:fld id="{84D9E5A5-F34F-40AB-AB98-9B4392B5735F}" type="slidenum">
              <a:t>&lt;#&gt;</a:t>
            </a:fld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58BDA024-0528-4173-A7F7-EF8ACA390CFB}" type="slidenum">
              <a:t>&lt;#&gt;</a:t>
            </a:fld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6"/>
          </p:nvPr>
        </p:nvSpPr>
        <p:spPr/>
        <p:txBody>
          <a:bodyPr/>
          <a:p>
            <a:fld id="{775850E7-606A-4AC7-90F8-3544D39BA746}" type="slidenum">
              <a:t>&lt;#&gt;</a:t>
            </a:fld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7"/>
          </p:nvPr>
        </p:nvSpPr>
        <p:spPr/>
        <p:txBody>
          <a:bodyPr/>
          <a:p>
            <a:fld id="{AE2DC7AC-6EB4-421C-ABBE-4CAB4818A8C3}" type="slidenum">
              <a:t>&lt;#&gt;</a:t>
            </a:fld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AF17637A-B4D8-4D5B-A7F1-CF54BED9ABAF}" type="slidenum">
              <a:t>&lt;#&gt;</a:t>
            </a:fld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9"/>
          </p:nvPr>
        </p:nvSpPr>
        <p:spPr/>
        <p:txBody>
          <a:bodyPr/>
          <a:p>
            <a:fld id="{CBEE5AC1-79EA-4BCD-8401-D46F03DEEB0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1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2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3.xml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slideLayout" Target="../slideLayouts/slideLayout54.xml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slideLayout" Target="../slideLayouts/slideLayout55.xml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slideLayout" Target="../slideLayouts/slideLayout56.xml"/>
</Relationships>
</file>

<file path=ppt/slideMasters/_rels/slideMaster57.xml.rels><?xml version="1.0" encoding="UTF-8"?>
<Relationships xmlns="http://schemas.openxmlformats.org/package/2006/relationships"><Relationship Id="rId1" Type="http://schemas.openxmlformats.org/officeDocument/2006/relationships/theme" Target="../theme/theme57.xml"/><Relationship Id="rId2" Type="http://schemas.openxmlformats.org/officeDocument/2006/relationships/slideLayout" Target="../slideLayouts/slideLayout57.xml"/>
</Relationships>
</file>

<file path=ppt/slideMasters/_rels/slideMaster58.xml.rels><?xml version="1.0" encoding="UTF-8"?>
<Relationships xmlns="http://schemas.openxmlformats.org/package/2006/relationships"><Relationship Id="rId1" Type="http://schemas.openxmlformats.org/officeDocument/2006/relationships/theme" Target="../theme/theme58.xml"/><Relationship Id="rId2" Type="http://schemas.openxmlformats.org/officeDocument/2006/relationships/slideLayout" Target="../slideLayouts/slideLayout58.xml"/>
</Relationships>
</file>

<file path=ppt/slideMasters/_rels/slideMaster59.xml.rels><?xml version="1.0" encoding="UTF-8"?>
<Relationships xmlns="http://schemas.openxmlformats.org/package/2006/relationships"><Relationship Id="rId1" Type="http://schemas.openxmlformats.org/officeDocument/2006/relationships/theme" Target="../theme/theme59.xml"/><Relationship Id="rId2" Type="http://schemas.openxmlformats.org/officeDocument/2006/relationships/slideLayout" Target="../slideLayouts/slideLayout59.xml"/>
</Relationships>
</file>

<file path=ppt/slideMasters/_rels/slideMaster60.xml.rels><?xml version="1.0" encoding="UTF-8"?>
<Relationships xmlns="http://schemas.openxmlformats.org/package/2006/relationships"><Relationship Id="rId1" Type="http://schemas.openxmlformats.org/officeDocument/2006/relationships/theme" Target="../theme/theme60.xml"/><Relationship Id="rId2" Type="http://schemas.openxmlformats.org/officeDocument/2006/relationships/slideLayout" Target="../slideLayouts/slideLayout60.xml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1.xml"/><Relationship Id="rId2" Type="http://schemas.openxmlformats.org/officeDocument/2006/relationships/slideLayout" Target="../slideLayouts/slideLayout65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2.xml"/><Relationship Id="rId2" Type="http://schemas.openxmlformats.org/officeDocument/2006/relationships/slideLayout" Target="../slideLayouts/slideLayout66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3.xml"/><Relationship Id="rId2" Type="http://schemas.openxmlformats.org/officeDocument/2006/relationships/slideLayout" Target="../slideLayouts/slideLayout67.xml"/>
</Relationships>
</file>

<file path=ppt/slideMasters/_rels/slideMaster64.xml.rels><?xml version="1.0" encoding="UTF-8"?>
<Relationships xmlns="http://schemas.openxmlformats.org/package/2006/relationships"><Relationship Id="rId1" Type="http://schemas.openxmlformats.org/officeDocument/2006/relationships/theme" Target="../theme/theme64.xml"/><Relationship Id="rId2" Type="http://schemas.openxmlformats.org/officeDocument/2006/relationships/slideLayout" Target="../slideLayouts/slideLayout68.xml"/>
</Relationships>
</file>

<file path=ppt/slideMasters/_rels/slideMaster65.xml.rels><?xml version="1.0" encoding="UTF-8"?>
<Relationships xmlns="http://schemas.openxmlformats.org/package/2006/relationships"><Relationship Id="rId1" Type="http://schemas.openxmlformats.org/officeDocument/2006/relationships/theme" Target="../theme/theme65.xml"/><Relationship Id="rId2" Type="http://schemas.openxmlformats.org/officeDocument/2006/relationships/slideLayout" Target="../slideLayouts/slideLayout69.xml"/>
</Relationships>
</file>

<file path=ppt/slideMasters/_rels/slideMaster66.xml.rels><?xml version="1.0" encoding="UTF-8"?>
<Relationships xmlns="http://schemas.openxmlformats.org/package/2006/relationships"><Relationship Id="rId1" Type="http://schemas.openxmlformats.org/officeDocument/2006/relationships/theme" Target="../theme/theme66.xml"/><Relationship Id="rId2" Type="http://schemas.openxmlformats.org/officeDocument/2006/relationships/slideLayout" Target="../slideLayouts/slideLayout70.xml"/>
</Relationships>
</file>

<file path=ppt/slideMasters/_rels/slideMaster67.xml.rels><?xml version="1.0" encoding="UTF-8"?>
<Relationships xmlns="http://schemas.openxmlformats.org/package/2006/relationships"><Relationship Id="rId1" Type="http://schemas.openxmlformats.org/officeDocument/2006/relationships/theme" Target="../theme/theme67.xml"/><Relationship Id="rId2" Type="http://schemas.openxmlformats.org/officeDocument/2006/relationships/slideLayout" Target="../slideLayouts/slideLayout71.xml"/>
</Relationships>
</file>

<file path=ppt/slideMasters/_rels/slideMaster68.xml.rels><?xml version="1.0" encoding="UTF-8"?>
<Relationships xmlns="http://schemas.openxmlformats.org/package/2006/relationships"><Relationship Id="rId1" Type="http://schemas.openxmlformats.org/officeDocument/2006/relationships/theme" Target="../theme/theme68.xml"/><Relationship Id="rId2" Type="http://schemas.openxmlformats.org/officeDocument/2006/relationships/slideLayout" Target="../slideLayouts/slideLayout72.xml"/>
</Relationships>
</file>

<file path=ppt/slideMasters/_rels/slideMaster69.xml.rels><?xml version="1.0" encoding="UTF-8"?>
<Relationships xmlns="http://schemas.openxmlformats.org/package/2006/relationships"><Relationship Id="rId1" Type="http://schemas.openxmlformats.org/officeDocument/2006/relationships/theme" Target="../theme/theme69.xml"/><Relationship Id="rId2" Type="http://schemas.openxmlformats.org/officeDocument/2006/relationships/slideLayout" Target="../slideLayouts/slideLayout7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D0BA8C-39CC-4B3A-BF66-37577D782C2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D22C6D-D80B-4209-A2EF-4B088636BC2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892844-45D7-41BE-97BF-A2B5F58501C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BD101B-236B-4B65-94F6-E570229A151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CBD1F9-BE05-42DF-A931-2EDE895D610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A790DD-BEB6-4719-93C3-4BAD306BC0A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EED31E-EA67-4F82-8D46-274B9F2D5DF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E82D95-F946-4460-812F-F9146AA8842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5BA3E5-57C6-45AA-B4A1-FAF4A694E84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D0DF33-A831-4AA9-A84E-43741D78DE5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6FADBC-B0FE-4FE7-8646-479F407BE84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31AF89-3CDD-49B9-9C66-C3E035A87E2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E877CA-9F9D-4F80-A92B-4E9DB0F431B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D14D11-2620-429D-BB1A-FFD519870D8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511B73-9B66-4F07-9B55-A2F725962A3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6449A8-744D-40F1-A57A-7FBB063CFF8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5B9C7A-8D0B-48EB-817B-07ECA7A95B1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47BA0C-1C69-4DCF-A19C-49545C82112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7E0223-4A2B-4B68-B42B-E7FC92A2F57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C14637-795A-46F8-858C-9AAE0531197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8E5981-B0B6-48CE-A8BD-0FED4A390D0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B4B755-351B-418D-B4D1-26F29D99795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876615-FB95-4B74-B575-EDA00477502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350E00-5E6D-4D7A-B2F5-AA743217641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8092DF-42F5-440C-B2A0-8B95E48AAB3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8F863E-9A52-4316-A282-44332F23BDB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2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014D4C-A6EE-425F-A726-5EA54267C74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5893F2-345C-4D8A-B18E-A718C3B0BFE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sldNum" idx="2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6EDBDC-57A5-416B-9733-EBDA0FDD5F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E147E6-221A-44E1-A978-BBB4E61C9C8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3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79A76A-4BE1-4BD4-AD0B-5655E3A1734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3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DBC39B-594B-43C8-B2BF-BE72FB2FD61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sldNum" idx="3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591B1F-CBE1-4161-A7C6-13ADA3AD938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3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C8D87C-F22F-4234-8073-CD711E30FA8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3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CB5838-EB09-47F3-896C-21301BBB2B0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sldNum" idx="3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81AA9F-B309-468A-B78E-34630EEFFA9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3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5B0DDF-16BE-40EC-82A8-907707DD5A0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ABE763-4559-4DB1-AA26-6735F09BE87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8007FC-861C-4542-85EE-7B0EFF0C8C7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4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4ECD9B-F857-42B0-B746-B2A65B2B3A7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sldNum" idx="4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B43540-E9F6-46C9-91DC-34D153CFD9B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5CB722-9EC7-4FC6-AD8E-3CA53DB68A9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4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4A5FBE-D0B3-493B-9E7B-6C674F9D6A4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AADF71-2496-4549-B91E-09B8F60BEAF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sldNum" idx="4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AEBD78-F6B4-4EB2-8C25-FD85CA0A1A9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sldNum" idx="4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7016C7-1F5F-4674-8CA2-8A292BC6CA5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sldNum" idx="4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8934BC-D354-4C13-A67A-F449CD5B974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4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3E6385-84A8-4C10-9CD9-7E1A04D95EB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sldNum" idx="4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C87526-2DD5-41DA-8FBD-CEED8E1542E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sldNum" idx="5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394B67-978B-4011-A6CF-2A1E7FFB7CE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sldNum" idx="5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4E8E88-F4B7-4D97-8F70-B661D41A164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5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BC73ED-EEC2-482D-AA08-B5A7AC761B0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sldNum" idx="5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D49D31-8F44-478B-B4E9-F72FD93E281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sldNum" idx="5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AB35BE-CBAF-4FBA-AD37-AC883426363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sldNum" idx="5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D9C4AC-4B94-4E8C-8E80-3FF7B856EA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9" name="PlaceHolder 4"/>
          <p:cNvSpPr>
            <a:spLocks noGrp="1"/>
          </p:cNvSpPr>
          <p:nvPr>
            <p:ph type="sldNum" idx="5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DACBAF-FD90-42FA-9155-B8A2F69DB1A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9" r:id="rId2"/>
  </p:sldLayoutIdLst>
</p:sldMaster>
</file>

<file path=ppt/slideMasters/slideMaster5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5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633968-61C2-411E-96F4-991B4F859ED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1" r:id="rId2"/>
  </p:sldLayoutIdLst>
</p:sldMaster>
</file>

<file path=ppt/slideMasters/slideMaster5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ldNum" idx="5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CED1CD-C626-44BB-9BFE-9933E57C60A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3" r:id="rId2"/>
  </p:sldLayoutIdLst>
</p:sldMaster>
</file>

<file path=ppt/slideMasters/slideMaster5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ldNum" idx="59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6FA7D6-B8E7-4BB0-B04D-8DE34DAC60E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5" r:id="rId2"/>
  </p:sldLayoutIdLst>
</p:sldMaster>
</file>

<file path=ppt/slideMasters/slideMaster6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Num" idx="60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F8C2D3-4F43-461A-BD92-6D74D300C9C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7" r:id="rId2"/>
    <p:sldLayoutId id="2147483768" r:id="rId3"/>
    <p:sldLayoutId id="2147483769" r:id="rId4"/>
    <p:sldLayoutId id="2147483770" r:id="rId5"/>
    <p:sldLayoutId id="2147483771" r:id="rId6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Num" idx="61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70FE28-A966-45E1-9150-F2C82F0C269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3" r:id="rId2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62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225896-233D-434E-AB56-E5AB41BE6C3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5" r:id="rId2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sldNum" idx="6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11C558-4C7D-45D9-BC3D-069D6047217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7" r:id="rId2"/>
  </p:sldLayoutIdLst>
</p:sldMaster>
</file>

<file path=ppt/slideMasters/slideMaster6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sldNum" idx="64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4A31CE-5CB5-4D9C-B42C-725839A442A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2"/>
  </p:sldLayoutIdLst>
</p:sldMaster>
</file>

<file path=ppt/slideMasters/slideMaster6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Num" idx="6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F5829D-28CE-49D5-B9FD-2AC38B971A6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2"/>
  </p:sldLayoutIdLst>
</p:sldMaster>
</file>

<file path=ppt/slideMasters/slideMaster6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Num" idx="66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AB5A60-A0D3-4565-8B15-72D72C59FF1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3" r:id="rId2"/>
  </p:sldLayoutIdLst>
</p:sldMaster>
</file>

<file path=ppt/slideMasters/slideMaster6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6;p9"/>
          <p:cNvSpPr/>
          <p:nvPr/>
        </p:nvSpPr>
        <p:spPr>
          <a:xfrm>
            <a:off x="4572000" y="0"/>
            <a:ext cx="4562640" cy="5134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1"/>
          <p:cNvSpPr>
            <a:spLocks noGrp="1"/>
          </p:cNvSpPr>
          <p:nvPr>
            <p:ph type="sldNum" idx="67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EDE234-EBC1-4903-9A28-07A82F35FE1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5" r:id="rId2"/>
  </p:sldLayoutIdLst>
</p:sldMaster>
</file>

<file path=ppt/slideMasters/slideMaster6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Num" idx="68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914BB7-A025-403B-9FE1-CD7970081B7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2"/>
  </p:sldLayoutIdLst>
</p:sldMaster>
</file>

<file path=ppt/slideMasters/slideMaster6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Num" idx="69"/>
          </p:nvPr>
        </p:nvSpPr>
        <p:spPr>
          <a:xfrm>
            <a:off x="8472600" y="466308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CED4AD-BBE3-4073-BE9A-2581EA64ECD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4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4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64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64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4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4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834480" y="347400"/>
            <a:ext cx="7465320" cy="17557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" sz="33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Efficient, Configurable Secure Memory Implementation</a:t>
            </a:r>
            <a:endParaRPr b="0" lang="en-US" sz="3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17" name="Google Shape;56;p13"/>
          <p:cNvCxnSpPr/>
          <p:nvPr/>
        </p:nvCxnSpPr>
        <p:spPr>
          <a:xfrm>
            <a:off x="204480" y="230472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cxnSp>
        <p:nvCxnSpPr>
          <p:cNvPr id="318" name="Google Shape;57;p13"/>
          <p:cNvCxnSpPr/>
          <p:nvPr/>
        </p:nvCxnSpPr>
        <p:spPr>
          <a:xfrm>
            <a:off x="204480" y="39488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19" name="PlaceHolder 2"/>
          <p:cNvSpPr>
            <a:spLocks noGrp="1"/>
          </p:cNvSpPr>
          <p:nvPr>
            <p:ph type="sldNum" idx="73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D33E1F-5AA8-43A2-A8DB-078F9DA82F8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0" name="Google Shape;59;p13"/>
          <p:cNvSpPr/>
          <p:nvPr/>
        </p:nvSpPr>
        <p:spPr>
          <a:xfrm>
            <a:off x="1946880" y="2244240"/>
            <a:ext cx="5241240" cy="16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Presentation By: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Will Buziak</a:t>
            </a:r>
            <a:br>
              <a:rPr sz="19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Department of Computer Science</a:t>
            </a:r>
            <a:br>
              <a:rPr sz="17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Colorado School of Mines</a:t>
            </a:r>
            <a:endParaRPr b="0" lang="en-US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1" name="Google Shape;60;p13"/>
          <p:cNvSpPr/>
          <p:nvPr/>
        </p:nvSpPr>
        <p:spPr>
          <a:xfrm>
            <a:off x="3071880" y="3948480"/>
            <a:ext cx="2990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br>
              <a:rPr sz="1800"/>
            </a:b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February, 2026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Content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320" cy="2593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Background &amp; Motivation  .............................................................3-4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 ...................................................5-7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.............................................................................8-12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gem5 ............................................................................................13-25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24" name="Google Shape;68;p 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25" name="PlaceHolder 3"/>
          <p:cNvSpPr>
            <a:spLocks noGrp="1"/>
          </p:cNvSpPr>
          <p:nvPr>
            <p:ph type="sldNum" idx="74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B95E8E-6DEA-49EF-A2F4-44D320BDC47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Background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343080" y="822600"/>
            <a:ext cx="8383320" cy="4186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Motivated attackers can employ many tactics to corrupt or steal data, this work focuses on preventing: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malicious OS, application or thread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Replay or side-channel attacks targeting off-chip peripherals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(TEEs) provide hardware guarantees that attempt to secure the integrity of the processor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against off-chip tampering by encrypting and storing metadata securely on-chip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28" name="Google Shape;68;p14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29" name="PlaceHolder 3"/>
          <p:cNvSpPr>
            <a:spLocks noGrp="1"/>
          </p:cNvSpPr>
          <p:nvPr>
            <p:ph type="sldNum" idx="75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75BA4D-6367-47E1-8208-B0F8AA662DB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93;p17"/>
          <p:cNvSpPr/>
          <p:nvPr/>
        </p:nvSpPr>
        <p:spPr>
          <a:xfrm>
            <a:off x="327960" y="4114800"/>
            <a:ext cx="8479080" cy="802080"/>
          </a:xfrm>
          <a:prstGeom prst="roundRect">
            <a:avLst>
              <a:gd name="adj" fmla="val 16667"/>
            </a:avLst>
          </a:prstGeom>
          <a:solidFill>
            <a:srgbClr val="ffc000">
              <a:alpha val="20000"/>
            </a:srgbClr>
          </a:solidFill>
          <a:ln w="12600">
            <a:solidFill>
              <a:srgbClr val="32549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1" name="PlaceHolder 1"/>
          <p:cNvSpPr>
            <a:spLocks noGrp="1"/>
          </p:cNvSpPr>
          <p:nvPr>
            <p:ph type="sldNum" idx="76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905C54-13DF-44D6-9DD7-D3D5EEA128B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41400" y="3567600"/>
            <a:ext cx="7252200" cy="18968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Goal</a:t>
            </a:r>
            <a:r>
              <a:rPr b="0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Leverage TEE architecture to implement efficient secure memory</a:t>
            </a:r>
            <a:endParaRPr b="0" lang="en-US" sz="2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Motivation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34" name="Google Shape;97;p17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35" name="PlaceHolder 4"/>
          <p:cNvSpPr>
            <a:spLocks noGrp="1"/>
          </p:cNvSpPr>
          <p:nvPr>
            <p:ph/>
          </p:nvPr>
        </p:nvSpPr>
        <p:spPr>
          <a:xfrm>
            <a:off x="343080" y="829800"/>
            <a:ext cx="8383320" cy="27720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TEEs provide confidence against malicious applications attempting to tamper with data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Still vulnerable to replay attacks and off-chip tampering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can mitigate these concerns by adding another layer of protection for off-chip devices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RISC-V TEEs (e. g. Keystone</a:t>
            </a:r>
            <a:r>
              <a:rPr b="0" lang="en" sz="2100" strike="noStrike" u="none" baseline="33000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) provides an open-source, configurable platform for developing TEEs to specific applications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37" name="Google Shape;114;p 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38" name="PlaceHolder 2"/>
          <p:cNvSpPr>
            <a:spLocks noGrp="1"/>
          </p:cNvSpPr>
          <p:nvPr>
            <p:ph type="sldNum" idx="77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60328B-7ECD-4F4A-BE94-5269252714E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8383320" cy="4559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TEE implements different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privelege modes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with separate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address spaces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, enforcing a set of rules dictating which components can access what regions of memory: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User mode, Supervisor mode, Machine mode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Almost all major CPU vendors have their own flavor of TEE: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Intel SGX/TDX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ARM Confidential Computer Architecture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AMD SEV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These implementations leverage proprietary hardware, opening the door for a configurable &amp; open-source TEE, keystone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41" name="Google Shape;114;p 2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42" name="PlaceHolder 2"/>
          <p:cNvSpPr>
            <a:spLocks noGrp="1"/>
          </p:cNvSpPr>
          <p:nvPr>
            <p:ph type="sldNum" idx="78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D00D1E-4BDA-462B-B6C0-7FDFACECE4E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3397680" cy="4559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TEEs protect the processor: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Attempts to avoid malicious activity from the application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Still vulnerable to side-channel &amp; replay attacks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Application mode is checked on memory request: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regions are assigned to modes with permissions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region in which the mode does not have access is denied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44" name="" descr=""/>
          <p:cNvPicPr/>
          <p:nvPr/>
        </p:nvPicPr>
        <p:blipFill>
          <a:blip r:embed="rId1"/>
          <a:stretch/>
        </p:blipFill>
        <p:spPr>
          <a:xfrm>
            <a:off x="3742920" y="1371600"/>
            <a:ext cx="4905720" cy="3668400"/>
          </a:xfrm>
          <a:prstGeom prst="rect">
            <a:avLst/>
          </a:prstGeom>
          <a:ln w="0">
            <a:noFill/>
          </a:ln>
        </p:spPr>
      </p:pic>
      <p:sp>
        <p:nvSpPr>
          <p:cNvPr id="345" name=""/>
          <p:cNvSpPr/>
          <p:nvPr/>
        </p:nvSpPr>
        <p:spPr>
          <a:xfrm>
            <a:off x="4728600" y="1900800"/>
            <a:ext cx="442800" cy="4554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4781160" y="2031480"/>
            <a:ext cx="331560" cy="957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4781160" y="2139840"/>
            <a:ext cx="331560" cy="95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4781160" y="2247840"/>
            <a:ext cx="331560" cy="957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5916600" y="1901160"/>
            <a:ext cx="442800" cy="4554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5969160" y="2031840"/>
            <a:ext cx="331560" cy="957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5969160" y="2140200"/>
            <a:ext cx="331560" cy="95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5969160" y="2248200"/>
            <a:ext cx="331560" cy="957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 flipH="1">
            <a:off x="6361200" y="2057400"/>
            <a:ext cx="4968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6906600" y="1949400"/>
            <a:ext cx="455400" cy="2304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Physical Memory Protection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56" name="Google Shape;114;p 4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57" name="PlaceHolder 2"/>
          <p:cNvSpPr>
            <a:spLocks noGrp="1"/>
          </p:cNvSpPr>
          <p:nvPr>
            <p:ph type="sldNum" idx="79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859705-669F-40D1-909C-255D340FBD6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/>
          </p:nvPr>
        </p:nvSpPr>
        <p:spPr>
          <a:xfrm>
            <a:off x="343080" y="842400"/>
            <a:ext cx="3397680" cy="41792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Each core has a PMP table: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Stores the address range along with the pmpCfg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pmpCfg determines: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Permissions, address matching, &amp; locking with space for extra bits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checks walk the table &amp; match the request address with each stored entries A field &amp; respective address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59" name="" descr=""/>
          <p:cNvPicPr/>
          <p:nvPr/>
        </p:nvPicPr>
        <p:blipFill>
          <a:blip r:embed="rId1"/>
          <a:stretch/>
        </p:blipFill>
        <p:spPr>
          <a:xfrm>
            <a:off x="4146480" y="4123800"/>
            <a:ext cx="4538160" cy="684360"/>
          </a:xfrm>
          <a:prstGeom prst="rect">
            <a:avLst/>
          </a:prstGeom>
          <a:ln w="0">
            <a:noFill/>
          </a:ln>
        </p:spPr>
      </p:pic>
      <p:sp>
        <p:nvSpPr>
          <p:cNvPr id="360" name=""/>
          <p:cNvSpPr/>
          <p:nvPr/>
        </p:nvSpPr>
        <p:spPr>
          <a:xfrm flipH="1" flipV="1">
            <a:off x="4114800" y="3429000"/>
            <a:ext cx="1600200" cy="82980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 flipV="1">
            <a:off x="6543000" y="3429000"/>
            <a:ext cx="543600" cy="8301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 flipV="1">
            <a:off x="5607000" y="2057400"/>
            <a:ext cx="360" cy="7977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63" name="" descr=""/>
          <p:cNvPicPr/>
          <p:nvPr/>
        </p:nvPicPr>
        <p:blipFill>
          <a:blip r:embed="rId2"/>
          <a:stretch/>
        </p:blipFill>
        <p:spPr>
          <a:xfrm>
            <a:off x="4124520" y="2658600"/>
            <a:ext cx="3033720" cy="912240"/>
          </a:xfrm>
          <a:prstGeom prst="rect">
            <a:avLst/>
          </a:prstGeom>
          <a:ln w="0">
            <a:noFill/>
          </a:ln>
        </p:spPr>
      </p:pic>
      <p:pic>
        <p:nvPicPr>
          <p:cNvPr id="364" name="" descr=""/>
          <p:cNvPicPr/>
          <p:nvPr/>
        </p:nvPicPr>
        <p:blipFill>
          <a:blip r:embed="rId3"/>
          <a:stretch/>
        </p:blipFill>
        <p:spPr>
          <a:xfrm>
            <a:off x="4188600" y="924840"/>
            <a:ext cx="3198240" cy="140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66" name="Google Shape;114;p19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67" name="PlaceHolder 2"/>
          <p:cNvSpPr>
            <a:spLocks noGrp="1"/>
          </p:cNvSpPr>
          <p:nvPr>
            <p:ph type="sldNum" idx="80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3626ED-6018-4578-A3CF-232575C150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4684320" cy="43243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Assumption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off-chip data is untrusted &amp; requires verification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protects data / memory devices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Builds a hash (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[2]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 tree, the root of which is always stored on-chip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Built over data &amp; metadata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Nodes can be stored in a metadata cache to reduce fetch latency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 flipV="1">
            <a:off x="5970960" y="409068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0" name=""/>
          <p:cNvSpPr/>
          <p:nvPr/>
        </p:nvSpPr>
        <p:spPr>
          <a:xfrm flipV="1">
            <a:off x="641844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1" name=""/>
          <p:cNvSpPr/>
          <p:nvPr/>
        </p:nvSpPr>
        <p:spPr>
          <a:xfrm flipV="1">
            <a:off x="686556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2" name=""/>
          <p:cNvSpPr/>
          <p:nvPr/>
        </p:nvSpPr>
        <p:spPr>
          <a:xfrm flipV="1">
            <a:off x="725688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3" name=""/>
          <p:cNvSpPr/>
          <p:nvPr/>
        </p:nvSpPr>
        <p:spPr>
          <a:xfrm flipV="1">
            <a:off x="798336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4" name=""/>
          <p:cNvSpPr/>
          <p:nvPr/>
        </p:nvSpPr>
        <p:spPr>
          <a:xfrm rot="5400000">
            <a:off x="5640480" y="4544280"/>
            <a:ext cx="69012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 rot="5400000">
            <a:off x="6077880" y="4544280"/>
            <a:ext cx="69012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 rot="5400000">
            <a:off x="6516000" y="4544280"/>
            <a:ext cx="690120" cy="3427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 rot="5400000">
            <a:off x="6899040" y="4544280"/>
            <a:ext cx="69012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 rot="5400000">
            <a:off x="7663320" y="4544280"/>
            <a:ext cx="690120" cy="3427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7031520" y="1406160"/>
            <a:ext cx="720" cy="650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7031520" y="1406160"/>
            <a:ext cx="65412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 flipH="1">
            <a:off x="6266160" y="1406160"/>
            <a:ext cx="76536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 flipH="1">
            <a:off x="6921360" y="2028240"/>
            <a:ext cx="106200" cy="546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6732720" y="2448000"/>
            <a:ext cx="350640" cy="3506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 rot="5400000">
            <a:off x="5575320" y="3417120"/>
            <a:ext cx="821520" cy="3427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 rot="5400000">
            <a:off x="6022800" y="3416760"/>
            <a:ext cx="82152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 rot="5400000">
            <a:off x="6469920" y="3416760"/>
            <a:ext cx="82152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 rot="5400000">
            <a:off x="6861240" y="3417120"/>
            <a:ext cx="821520" cy="3427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 rot="5400000">
            <a:off x="7587720" y="3417120"/>
            <a:ext cx="821520" cy="3427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7027560" y="2028240"/>
            <a:ext cx="303120" cy="551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7123680" y="2448000"/>
            <a:ext cx="351000" cy="3506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 flipH="1">
            <a:off x="6027480" y="1869840"/>
            <a:ext cx="238680" cy="633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6216120" y="1844280"/>
            <a:ext cx="232200" cy="75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7685640" y="1869840"/>
            <a:ext cx="327960" cy="5781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7515000" y="1721160"/>
            <a:ext cx="35100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6285600" y="2448000"/>
            <a:ext cx="350640" cy="3506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7850160" y="2448000"/>
            <a:ext cx="351000" cy="3506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5838480" y="2448000"/>
            <a:ext cx="351000" cy="3506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6062040" y="1721160"/>
            <a:ext cx="35064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6844320" y="1721160"/>
            <a:ext cx="35100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 flipV="1">
            <a:off x="5967000" y="2802600"/>
            <a:ext cx="720" cy="375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 flipV="1">
            <a:off x="6469920" y="2803320"/>
            <a:ext cx="72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 flipV="1">
            <a:off x="68612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 flipV="1">
            <a:off x="730836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 flipV="1">
            <a:off x="80348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6700320" y="981000"/>
            <a:ext cx="649080" cy="52848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root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433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Counter-Mode based Encryption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07" name="Google Shape;114;p 16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08" name="PlaceHolder 2"/>
          <p:cNvSpPr>
            <a:spLocks noGrp="1"/>
          </p:cNvSpPr>
          <p:nvPr>
            <p:ph type="sldNum" idx="81"/>
          </p:nvPr>
        </p:nvSpPr>
        <p:spPr>
          <a:xfrm>
            <a:off x="8364600" y="4561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23DE5D-219A-4603-9AA2-556860B1CDE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/>
          </p:nvPr>
        </p:nvSpPr>
        <p:spPr>
          <a:xfrm>
            <a:off x="379080" y="750600"/>
            <a:ext cx="4227480" cy="26769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HMACs are produced through the xor of a one-time pad &amp; the plaintext: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One-time pad is generated with a hardware key and a write-incremented counter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Tree must be re-hashed when counters overflow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 incrementing methods reduce the frequency of rehashing the tree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6220800" y="1769400"/>
            <a:ext cx="912960" cy="6843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</a:rPr>
              <a:t>AES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4776840" y="1998000"/>
            <a:ext cx="913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HW key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5607000" y="2154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6396840" y="1026000"/>
            <a:ext cx="616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seed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6678000" y="1278720"/>
            <a:ext cx="360" cy="45468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6341400" y="3717000"/>
            <a:ext cx="684360" cy="684360"/>
          </a:xfrm>
          <a:prstGeom prst="ellipse">
            <a:avLst/>
          </a:prstGeom>
          <a:solidFill>
            <a:srgbClr val="ffffff"/>
          </a:solidFill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uFillTx/>
                <a:latin typeface="Arial"/>
              </a:rPr>
              <a:t>XOR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6180840" y="2826360"/>
            <a:ext cx="965520" cy="684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One-time pad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6678000" y="332100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6678000" y="248868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4776840" y="3870000"/>
            <a:ext cx="913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plaintext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5607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7656840" y="3870000"/>
            <a:ext cx="1017720" cy="4856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cipher 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7155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24" name="Google Shape;114;p 15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25" name="PlaceHolder 2"/>
          <p:cNvSpPr>
            <a:spLocks noGrp="1"/>
          </p:cNvSpPr>
          <p:nvPr>
            <p:ph type="sldNum" idx="82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9B1D0B-8EB2-405B-978E-FAB2CE4CD51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520" cy="43243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 flipV="1">
            <a:off x="7133400" y="372600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8" name=""/>
          <p:cNvSpPr/>
          <p:nvPr/>
        </p:nvSpPr>
        <p:spPr>
          <a:xfrm flipV="1">
            <a:off x="742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9" name=""/>
          <p:cNvSpPr/>
          <p:nvPr/>
        </p:nvSpPr>
        <p:spPr>
          <a:xfrm flipV="1">
            <a:off x="770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0" name=""/>
          <p:cNvSpPr/>
          <p:nvPr/>
        </p:nvSpPr>
        <p:spPr>
          <a:xfrm flipV="1">
            <a:off x="796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1" name=""/>
          <p:cNvSpPr/>
          <p:nvPr/>
        </p:nvSpPr>
        <p:spPr>
          <a:xfrm flipV="1">
            <a:off x="842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5712480" y="1368000"/>
            <a:ext cx="2747880" cy="107748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5487120" y="1049040"/>
            <a:ext cx="774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7696080" y="176760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 rot="5400000">
            <a:off x="6921000" y="401796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 rot="5400000">
            <a:off x="7202880" y="401796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 rot="5400000">
            <a:off x="7485120" y="401796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 rot="5400000">
            <a:off x="7731720" y="401796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 rot="5400000">
            <a:off x="8224200" y="401796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 flipH="1">
            <a:off x="7745760" y="239724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7624080" y="2667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 rot="5400000">
            <a:off x="6879240" y="3291840"/>
            <a:ext cx="528480" cy="220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 rot="5400000">
            <a:off x="7167600" y="329184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 rot="5400000">
            <a:off x="7455600" y="329184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 rot="5400000">
            <a:off x="7707600" y="329184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 rot="5400000">
            <a:off x="8175600" y="329184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7814160" y="239724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7876080" y="2667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 flipH="1">
            <a:off x="7169760" y="229536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7291440" y="227880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8237880" y="229536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8128080" y="2199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7336080" y="2667600"/>
            <a:ext cx="225360" cy="225360"/>
          </a:xfrm>
          <a:prstGeom prst="ellipse">
            <a:avLst/>
          </a:prstGeom>
          <a:solidFill>
            <a:srgbClr val="5983b0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8344080" y="2667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7048080" y="266760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7192080" y="219960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7696080" y="2199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 flipV="1">
            <a:off x="7130880" y="2896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 flipV="1">
            <a:off x="745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 flipV="1">
            <a:off x="7706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 flipV="1">
            <a:off x="799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 flipV="1">
            <a:off x="8462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5494320" y="1103760"/>
            <a:ext cx="3198600" cy="13698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5494680" y="2523960"/>
            <a:ext cx="3198600" cy="20556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5659560" y="1376280"/>
            <a:ext cx="1827000" cy="540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70" name="Google Shape;114;p 3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71" name="PlaceHolder 2"/>
          <p:cNvSpPr>
            <a:spLocks noGrp="1"/>
          </p:cNvSpPr>
          <p:nvPr>
            <p:ph type="sldNum" idx="83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A5CBAF-483F-476D-95BC-4B88433AFB3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520" cy="43243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incurs peripheral node fetch latencies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 flipV="1">
            <a:off x="7129440" y="372132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74" name=""/>
          <p:cNvSpPr/>
          <p:nvPr/>
        </p:nvSpPr>
        <p:spPr>
          <a:xfrm flipV="1">
            <a:off x="7417800" y="373104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75" name=""/>
          <p:cNvSpPr/>
          <p:nvPr/>
        </p:nvSpPr>
        <p:spPr>
          <a:xfrm flipV="1">
            <a:off x="770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76" name=""/>
          <p:cNvSpPr/>
          <p:nvPr/>
        </p:nvSpPr>
        <p:spPr>
          <a:xfrm flipV="1">
            <a:off x="7957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77" name=""/>
          <p:cNvSpPr/>
          <p:nvPr/>
        </p:nvSpPr>
        <p:spPr>
          <a:xfrm flipV="1">
            <a:off x="842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5708520" y="1363320"/>
            <a:ext cx="2747880" cy="107748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5483160" y="1044360"/>
            <a:ext cx="774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7692120" y="176292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 rot="5400000">
            <a:off x="6917040" y="401328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 rot="5400000">
            <a:off x="7198920" y="401328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 rot="5400000">
            <a:off x="7481160" y="401328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 rot="5400000">
            <a:off x="7727760" y="401328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 rot="5400000">
            <a:off x="8220240" y="401328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7812720" y="199188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7812720" y="199188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 flipH="1">
            <a:off x="7319520" y="199188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 flipH="1">
            <a:off x="7741800" y="239256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7620120" y="266292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 rot="5400000">
            <a:off x="6875280" y="3287160"/>
            <a:ext cx="528480" cy="220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 rot="5400000">
            <a:off x="7163640" y="3287160"/>
            <a:ext cx="528480" cy="22032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 rot="5400000">
            <a:off x="7451640" y="328716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 rot="5400000">
            <a:off x="7703640" y="328716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 rot="5400000">
            <a:off x="8171640" y="328716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7810200" y="239256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7872120" y="266292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8" name=""/>
          <p:cNvSpPr/>
          <p:nvPr/>
        </p:nvSpPr>
        <p:spPr>
          <a:xfrm flipH="1">
            <a:off x="7165800" y="229068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7287480" y="227412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8233920" y="229068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8124120" y="219492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7332120" y="2662920"/>
            <a:ext cx="225360" cy="225360"/>
          </a:xfrm>
          <a:prstGeom prst="ellipse">
            <a:avLst/>
          </a:prstGeom>
          <a:solidFill>
            <a:srgbClr val="ff3838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8340120" y="266292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7044120" y="266292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7188120" y="219492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7692120" y="219492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 flipV="1">
            <a:off x="7126920" y="289152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 flipV="1">
            <a:off x="745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 flipV="1">
            <a:off x="7702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 flipV="1">
            <a:off x="799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 flipV="1">
            <a:off x="8458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5490360" y="1099080"/>
            <a:ext cx="3198600" cy="13698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5490720" y="2519280"/>
            <a:ext cx="3198600" cy="20556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5655600" y="1371600"/>
            <a:ext cx="1827000" cy="540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16" name="Google Shape;114;p 7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17" name="PlaceHolder 2"/>
          <p:cNvSpPr>
            <a:spLocks noGrp="1"/>
          </p:cNvSpPr>
          <p:nvPr>
            <p:ph type="sldNum" idx="84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B53F81-D73B-4B3D-98DF-435F5949DA7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520" cy="43243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Bonsai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 trees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[3]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are built solely over the counters: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Reduces metadata storage requirements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Each node can protect a larger block of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 flipV="1">
            <a:off x="5663520" y="257508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0" name=""/>
          <p:cNvSpPr/>
          <p:nvPr/>
        </p:nvSpPr>
        <p:spPr>
          <a:xfrm flipV="1">
            <a:off x="5951880" y="258480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1" name=""/>
          <p:cNvSpPr/>
          <p:nvPr/>
        </p:nvSpPr>
        <p:spPr>
          <a:xfrm flipV="1">
            <a:off x="6239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2" name=""/>
          <p:cNvSpPr/>
          <p:nvPr/>
        </p:nvSpPr>
        <p:spPr>
          <a:xfrm flipV="1">
            <a:off x="6491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3" name=""/>
          <p:cNvSpPr/>
          <p:nvPr/>
        </p:nvSpPr>
        <p:spPr>
          <a:xfrm flipV="1">
            <a:off x="6743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4" name=""/>
          <p:cNvSpPr/>
          <p:nvPr/>
        </p:nvSpPr>
        <p:spPr>
          <a:xfrm rot="5400000">
            <a:off x="5337000" y="2981520"/>
            <a:ext cx="672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 rot="5400000">
            <a:off x="5618880" y="2981520"/>
            <a:ext cx="672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 rot="5400000">
            <a:off x="5901120" y="2981520"/>
            <a:ext cx="672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 rot="5400000">
            <a:off x="6147720" y="2981520"/>
            <a:ext cx="672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 rot="5400000">
            <a:off x="6424200" y="2981520"/>
            <a:ext cx="672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 rot="5400000">
            <a:off x="6871320" y="3282480"/>
            <a:ext cx="528480" cy="220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 rot="5400000">
            <a:off x="7159680" y="3282480"/>
            <a:ext cx="528480" cy="22032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 rot="5400000">
            <a:off x="744768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 rot="5400000">
            <a:off x="769968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 rot="5400000">
            <a:off x="816768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833616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 flipV="1">
            <a:off x="712296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 flipV="1">
            <a:off x="744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 flipV="1">
            <a:off x="7698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 flipV="1">
            <a:off x="798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 flipV="1">
            <a:off x="8454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5486760" y="2514600"/>
            <a:ext cx="3198600" cy="20556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5712480" y="1368000"/>
            <a:ext cx="2747880" cy="107748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5487120" y="1049040"/>
            <a:ext cx="774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7696080" y="176760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5494320" y="1103760"/>
            <a:ext cx="3198600" cy="13698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5659560" y="1376280"/>
            <a:ext cx="1827000" cy="540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 flipH="1">
            <a:off x="773784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780624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 flipH="1">
            <a:off x="716184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728352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822996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8128080" y="2199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7192080" y="219960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7696080" y="219960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761616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786816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7328160" y="2658240"/>
            <a:ext cx="225360" cy="22536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7040160" y="26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433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Counter-Mode based Encryption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62" name="Google Shape;114;p 17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63" name="PlaceHolder 2"/>
          <p:cNvSpPr>
            <a:spLocks noGrp="1"/>
          </p:cNvSpPr>
          <p:nvPr>
            <p:ph type="sldNum" idx="85"/>
          </p:nvPr>
        </p:nvSpPr>
        <p:spPr>
          <a:xfrm>
            <a:off x="8364600" y="4561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0AF1ED-DC54-4F00-9810-E50C3D96856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379080" y="750600"/>
            <a:ext cx="4227480" cy="35928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Hashing: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Generating the one-time pad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Refers to the mac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mac_queue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Encryption: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Masking the plaintext with the one-time pad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Refers to the encryption or cipher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cipher_queue, xor_queue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HMAC is the final cipher text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6220800" y="1769400"/>
            <a:ext cx="912960" cy="6843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</a:rPr>
              <a:t>AES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4776840" y="1998000"/>
            <a:ext cx="913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HW key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5607000" y="2154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6396840" y="1026000"/>
            <a:ext cx="616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seed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6678000" y="1278720"/>
            <a:ext cx="360" cy="45468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6341400" y="3717000"/>
            <a:ext cx="684360" cy="684360"/>
          </a:xfrm>
          <a:prstGeom prst="ellipse">
            <a:avLst/>
          </a:prstGeom>
          <a:solidFill>
            <a:srgbClr val="ffffff"/>
          </a:solidFill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uFillTx/>
                <a:latin typeface="Arial"/>
              </a:rPr>
              <a:t>XOR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6180840" y="2826360"/>
            <a:ext cx="965520" cy="684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One-time pad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6678000" y="332100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6678000" y="248868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4776840" y="3870000"/>
            <a:ext cx="913320" cy="28728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plaintext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5607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7656840" y="3870000"/>
            <a:ext cx="1017720" cy="4856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cipher 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7155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7543800" y="914400"/>
            <a:ext cx="914400" cy="48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Counter goes here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 flipH="1">
            <a:off x="7013160" y="1143000"/>
            <a:ext cx="530640" cy="0"/>
          </a:xfrm>
          <a:prstGeom prst="line">
            <a:avLst/>
          </a:prstGeom>
          <a:ln w="3672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4800600" y="4451400"/>
            <a:ext cx="1143000" cy="48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Data (can be counter)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 flipV="1">
            <a:off x="5257800" y="4199400"/>
            <a:ext cx="0" cy="228600"/>
          </a:xfrm>
          <a:prstGeom prst="line">
            <a:avLst/>
          </a:prstGeom>
          <a:ln w="3672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7844400" y="3283200"/>
            <a:ext cx="914400" cy="285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HMAC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8229960" y="3568320"/>
            <a:ext cx="0" cy="228600"/>
          </a:xfrm>
          <a:prstGeom prst="line">
            <a:avLst/>
          </a:prstGeom>
          <a:ln w="3672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5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1429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supports RISC-V &amp; multi-core simulation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including PMP tables &amp; checker implementations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encryption 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Developer space is divided into different scopes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86" name="Google Shape;140;p2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87" name="PlaceHolder 3"/>
          <p:cNvSpPr>
            <a:spLocks noGrp="1"/>
          </p:cNvSpPr>
          <p:nvPr>
            <p:ph type="sldNum" idx="86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954349-7518-4F58-9687-CE7D9E1C0B4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5969160" y="3214080"/>
            <a:ext cx="2027520" cy="121680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89" name=""/>
          <p:cNvSpPr/>
          <p:nvPr/>
        </p:nvSpPr>
        <p:spPr>
          <a:xfrm>
            <a:off x="6166800" y="3620880"/>
            <a:ext cx="1618560" cy="6364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6221520" y="3283200"/>
            <a:ext cx="1632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>
            <a:off x="5949720" y="2873880"/>
            <a:ext cx="208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6112080" y="1034280"/>
            <a:ext cx="1760040" cy="135468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93" name=""/>
          <p:cNvSpPr/>
          <p:nvPr/>
        </p:nvSpPr>
        <p:spPr>
          <a:xfrm>
            <a:off x="6241680" y="1366920"/>
            <a:ext cx="1477800" cy="90900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594" name=""/>
          <p:cNvSpPr/>
          <p:nvPr/>
        </p:nvSpPr>
        <p:spPr>
          <a:xfrm>
            <a:off x="6307920" y="1383120"/>
            <a:ext cx="1172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>
            <a:off x="6209280" y="1019160"/>
            <a:ext cx="1171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6434280" y="1778040"/>
            <a:ext cx="1124640" cy="41724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6986880" y="239400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98" name=""/>
          <p:cNvSpPr/>
          <p:nvPr/>
        </p:nvSpPr>
        <p:spPr>
          <a:xfrm>
            <a:off x="5848200" y="2874240"/>
            <a:ext cx="2297520" cy="163224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eventQueue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eventQueue is how gem5 schedules processes to enable multi-core simulation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Most member functions operate shared queues instead of directly calling one another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eventWrappers are scheduled instead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Events are scheduled with latencies: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i.e. things like computing the cipher arent actually done, but scheduled &amp; the latency is modeled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01" name="Google Shape;140;p 4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02" name="PlaceHolder 3"/>
          <p:cNvSpPr>
            <a:spLocks noGrp="1"/>
          </p:cNvSpPr>
          <p:nvPr>
            <p:ph type="sldNum" idx="87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768BF2-0A59-4BB7-B35B-306F3CF930D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603" name="" descr=""/>
          <p:cNvPicPr/>
          <p:nvPr/>
        </p:nvPicPr>
        <p:blipFill>
          <a:blip r:embed="rId1"/>
          <a:srcRect l="0" t="19994" r="0" b="13337"/>
          <a:stretch/>
        </p:blipFill>
        <p:spPr>
          <a:xfrm>
            <a:off x="6325560" y="1107000"/>
            <a:ext cx="2371680" cy="3428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initiateMac &amp; initiateCipher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46857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Prepare the pkt for hashing: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Assigns pkt with a time signature &amp; inserting into the </a:t>
            </a:r>
            <a:r>
              <a:rPr b="0" i="1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hashing_queue / cipher_queue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Schedules a mac/cipher event for the eventQueue to trigger the mac/cipher 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initiateCipher must also account for counter vs data mac pkts: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Control flow to insert into separate queues and handled by cipherEngine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06" name="Google Shape;140;p 2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07" name="PlaceHolder 3"/>
          <p:cNvSpPr>
            <a:spLocks noGrp="1"/>
          </p:cNvSpPr>
          <p:nvPr>
            <p:ph type="sldNum" idx="88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4A46A0-BCC4-40B6-B473-D1955A33B83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608" name="" descr=""/>
          <p:cNvPicPr/>
          <p:nvPr/>
        </p:nvPicPr>
        <p:blipFill>
          <a:blip r:embed="rId1"/>
          <a:srcRect l="37386" t="13101" r="13195" b="15787"/>
          <a:stretch/>
        </p:blipFill>
        <p:spPr>
          <a:xfrm>
            <a:off x="5257800" y="914400"/>
            <a:ext cx="3656880" cy="365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macEngine &amp; cipherEngine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344520" y="914400"/>
            <a:ext cx="81133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 one pkt from respective queue &amp; schedule the next: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handleTreeResponse / handleCounterResponse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8000" indent="0">
              <a:lnSpc>
                <a:spcPct val="90000"/>
              </a:lnSpc>
              <a:spcBef>
                <a:spcPts val="850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- </a:t>
            </a: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These in turn can call initiateCipher/Mac on the child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updateTree and responds to the processor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11" name="Google Shape;140;p 5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12" name="PlaceHolder 3"/>
          <p:cNvSpPr>
            <a:spLocks noGrp="1"/>
          </p:cNvSpPr>
          <p:nvPr>
            <p:ph type="sldNum" idx="89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0DD1C7-2C85-42CA-9B43-98D28D3A7B4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updateTree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4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Creates packets for counters, mac &amp; parent: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Sends nodes to memory &amp; metadata cache 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Data has been encrypted &amp; hashes computed, all stored in the pkt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calculateAddress functions operate on the packet to return the desired address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15" name="Google Shape;140;p 6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16" name="PlaceHolder 3"/>
          <p:cNvSpPr>
            <a:spLocks noGrp="1"/>
          </p:cNvSpPr>
          <p:nvPr>
            <p:ph type="sldNum" idx="90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A7F1E2-519C-4658-BB78-28C28351B43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 rot="5400000">
            <a:off x="6399720" y="3329640"/>
            <a:ext cx="664920" cy="27720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 rot="5400000">
            <a:off x="6762240" y="3329640"/>
            <a:ext cx="664920" cy="27720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 rot="5400000">
            <a:off x="7124760" y="3330000"/>
            <a:ext cx="664920" cy="2768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 rot="5400000">
            <a:off x="7441560" y="3329640"/>
            <a:ext cx="664920" cy="2772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 rot="5400000">
            <a:off x="8030160" y="3329640"/>
            <a:ext cx="664920" cy="2772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8242200" y="2544840"/>
            <a:ext cx="283680" cy="283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 flipV="1">
            <a:off x="6716520" y="2832480"/>
            <a:ext cx="360" cy="303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 flipV="1">
            <a:off x="7124040" y="2832840"/>
            <a:ext cx="36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 flipV="1">
            <a:off x="744084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 flipV="1">
            <a:off x="780300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 flipV="1">
            <a:off x="839160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7437240" y="1424520"/>
            <a:ext cx="283680" cy="28368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7589160" y="1712520"/>
            <a:ext cx="360" cy="527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7589160" y="1712520"/>
            <a:ext cx="529560" cy="255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 flipH="1">
            <a:off x="6968880" y="1712520"/>
            <a:ext cx="620280" cy="255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 flipH="1">
            <a:off x="7489800" y="2204640"/>
            <a:ext cx="86040" cy="442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7575840" y="2204640"/>
            <a:ext cx="245520" cy="447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 flipH="1">
            <a:off x="6765480" y="2076840"/>
            <a:ext cx="193320" cy="513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6918480" y="2055960"/>
            <a:ext cx="187920" cy="614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8108640" y="2076840"/>
            <a:ext cx="266040" cy="468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>
            <a:off x="7980840" y="1968120"/>
            <a:ext cx="283320" cy="2833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6803640" y="1968120"/>
            <a:ext cx="283320" cy="2833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7437240" y="1968120"/>
            <a:ext cx="283680" cy="2833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7336800" y="2544840"/>
            <a:ext cx="283680" cy="283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7653600" y="2544840"/>
            <a:ext cx="283680" cy="283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6974640" y="2544840"/>
            <a:ext cx="283680" cy="28368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6612480" y="2544840"/>
            <a:ext cx="283320" cy="28368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handleRequest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Prepare counter &amp; mac for the pkt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Place into queues for authentication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 to memory /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starts the recursive hashing / authentication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Writes are just placed in a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46" name="Google Shape;140;p 1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47" name="PlaceHolder 3"/>
          <p:cNvSpPr>
            <a:spLocks noGrp="1"/>
          </p:cNvSpPr>
          <p:nvPr>
            <p:ph type="sldNum" idx="91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3D58D4-BC1C-499D-A058-72889323F2E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81147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Decryption &amp; authentication of responses from memory requests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 functions prepare pkts by checking, popping and placing into queues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Uses other functions to actually schedule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important / complex thing to consider in all scenarios is the coontext of control flow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Debugging, development &amp; code reading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50" name="Google Shape;140;p 10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51" name="PlaceHolder 3"/>
          <p:cNvSpPr>
            <a:spLocks noGrp="1"/>
          </p:cNvSpPr>
          <p:nvPr>
            <p:ph type="sldNum" idx="92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E4359E-2848-48D0-8DE0-3A07DD77CC9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Port functions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81147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Functions like sendPacket &amp; recvRespRetry manage blocked packets in a similar manner: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Pop / push pkts onto a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blocked_packets &amp; pending_*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handle functions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Important to consider the scope of the call (mem_side vs cpu_side)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54" name="Google Shape;140;p 12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55" name="PlaceHolder 3"/>
          <p:cNvSpPr>
            <a:spLocks noGrp="1"/>
          </p:cNvSpPr>
          <p:nvPr>
            <p:ph type="sldNum" idx="93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1AC8C7-0ACE-4C1F-AA09-4A880EAC0D0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handleCounterResponse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 for data waiting on the counter: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 for encryption / decryption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If pkt is a write, compute the MAC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58" name="Google Shape;140;p 9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59" name="PlaceHolder 3"/>
          <p:cNvSpPr>
            <a:spLocks noGrp="1"/>
          </p:cNvSpPr>
          <p:nvPr>
            <p:ph type="sldNum" idx="94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3A9F62-DCFC-4EA9-AF6E-96D82F386BB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handleMacResponse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 for returned data waiting on a counter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Push onto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pending_mac</a:t>
            </a: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62" name="Google Shape;140;p 13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63" name="PlaceHolder 3"/>
          <p:cNvSpPr>
            <a:spLocks noGrp="1"/>
          </p:cNvSpPr>
          <p:nvPr>
            <p:ph type="sldNum" idx="95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2B1CE5-38D2-469C-905C-B629174FD82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handleTreeResponse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5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78861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Handles the recursive authentication of the integrity tree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Parent and all children nodes are authenticated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Authenticates metadata &amp; sends to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Mostly removes eligible pkts from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needs_authentication</a:t>
            </a: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66" name="Google Shape;140;p 8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67" name="PlaceHolder 3"/>
          <p:cNvSpPr>
            <a:spLocks noGrp="1"/>
          </p:cNvSpPr>
          <p:nvPr>
            <p:ph type="sldNum" idx="96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606764-4108-41EC-9A3F-7306CC6C19E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handleMetadataCacheMiss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87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Adds pkt to authentication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Checks for eager fetch and sends parent pkt to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Must be metadata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70" name="Google Shape;140;p 7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71" name="PlaceHolder 3"/>
          <p:cNvSpPr>
            <a:spLocks noGrp="1"/>
          </p:cNvSpPr>
          <p:nvPr>
            <p:ph type="sldNum" idx="97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ED3FEB-705E-4B15-B54C-AFEAC70F763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788616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Everything is stored and processed through the pkt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eventQueue schedules processes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Functions operate on shared queues in order to service pending pkts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state of the system is the important thing to debug as problems arise and implementations progress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74" name="Google Shape;140;p 14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75" name="PlaceHolder 3"/>
          <p:cNvSpPr>
            <a:spLocks noGrp="1"/>
          </p:cNvSpPr>
          <p:nvPr>
            <p:ph type="sldNum" idx="98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CBFE6D-F6E2-40E3-9F54-4AF60B57296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Sources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05920" cy="4411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Dayeol Lee (2022) Building Trusted Execution Environments.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dissertation submitted in partial satisfaction of the requirements for the degree of Doctor of Philosophy in Computer Science in the Graduate Division of the University of California, Berkeley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.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[2] Chenyu Yan, Brian Rogers, Daniel Englender, et. al. (2006) Improving Cost, Performance, and Security of Memory Encryption and Authentication.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Proceedings of the 33rd International Symposium on Computer Architecture (ISCA’06)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[3] Brian Rogers &amp; Milos Prvulovic (2007) Using address independent seed encryption and bonsai merkle trees to make secure processors OS-and performance-friendly.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40th IEEE/ACM International Symposium on Microarchitecture (MICRO’07)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[4] Zach Moolman &amp; Tamara Silbergleit Lehman (2024) Extending RISC-V Keystone to Include Efficient Secure Memory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[5] The RISC-V Instruction Set Manual: Volume II Privileged Architecture. Version 20240411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[6] Samuel Thomas (2025) Towards A Practical Secure Memory for Practical Development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78" name="Google Shape;207;p28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79" name="PlaceHolder 3"/>
          <p:cNvSpPr>
            <a:spLocks noGrp="1"/>
          </p:cNvSpPr>
          <p:nvPr>
            <p:ph type="sldNum" idx="99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C1A0EA-997F-40EA-A369-75B3398591D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0" name="Google Shape;114;p 5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81" name="PlaceHolder 1"/>
          <p:cNvSpPr>
            <a:spLocks noGrp="1"/>
          </p:cNvSpPr>
          <p:nvPr>
            <p:ph type="sldNum" idx="100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F5D3C3-19DA-4866-AF67-B5054A7BDC4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82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Where does Secure Memory fit in?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5409720" y="2128320"/>
            <a:ext cx="62388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5532480" y="2490120"/>
            <a:ext cx="2434320" cy="1118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85" name=""/>
          <p:cNvSpPr/>
          <p:nvPr/>
        </p:nvSpPr>
        <p:spPr>
          <a:xfrm>
            <a:off x="6728040" y="21283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6" name=""/>
          <p:cNvSpPr/>
          <p:nvPr/>
        </p:nvSpPr>
        <p:spPr>
          <a:xfrm flipH="1">
            <a:off x="7405200" y="2128320"/>
            <a:ext cx="77472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5884200" y="2978640"/>
            <a:ext cx="2050200" cy="55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5532480" y="2515680"/>
            <a:ext cx="2008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4566600" y="1049400"/>
            <a:ext cx="4329000" cy="10987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4695840" y="1400760"/>
            <a:ext cx="116064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6175800" y="1400760"/>
            <a:ext cx="112104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7586640" y="1400760"/>
            <a:ext cx="118260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4720320" y="1051200"/>
            <a:ext cx="4026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 flipV="1">
            <a:off x="6728760" y="36349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5119200" y="3888000"/>
            <a:ext cx="3196800" cy="4528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Storage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6" name="PlaceHolder 9"/>
          <p:cNvSpPr/>
          <p:nvPr/>
        </p:nvSpPr>
        <p:spPr>
          <a:xfrm>
            <a:off x="685800" y="4932000"/>
            <a:ext cx="79970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7" name="PlaceHolder 10"/>
          <p:cNvSpPr/>
          <p:nvPr/>
        </p:nvSpPr>
        <p:spPr>
          <a:xfrm>
            <a:off x="343080" y="830160"/>
            <a:ext cx="422496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100000"/>
              </a:lnSpc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SoCs against off-chip memory corruption by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Encrypting / Decrypting protected memory 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Storing and checking an integrity tree to verify 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These checks result in latencies both in encryption and memory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99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0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1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2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703" name="Google Shape;114;p 9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04" name="PlaceHolder 1"/>
          <p:cNvSpPr>
            <a:spLocks noGrp="1"/>
          </p:cNvSpPr>
          <p:nvPr>
            <p:ph type="sldNum" idx="101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201564-7311-4DC7-83EF-0335BB52E95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5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5532480" y="942120"/>
            <a:ext cx="2434320" cy="1118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07" name=""/>
          <p:cNvSpPr/>
          <p:nvPr/>
        </p:nvSpPr>
        <p:spPr>
          <a:xfrm>
            <a:off x="5884200" y="1430640"/>
            <a:ext cx="2050200" cy="55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4927320" y="1039680"/>
            <a:ext cx="3161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5407200" y="3888000"/>
            <a:ext cx="3196800" cy="4528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0" name="PlaceHolder 15"/>
          <p:cNvSpPr/>
          <p:nvPr/>
        </p:nvSpPr>
        <p:spPr>
          <a:xfrm>
            <a:off x="685800" y="4932000"/>
            <a:ext cx="79970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7687800" y="17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2" name="PlaceHolder 16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 rot="5400000">
            <a:off x="69127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 rot="5400000">
            <a:off x="719460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 rot="5400000">
            <a:off x="74768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 rot="5400000">
            <a:off x="77234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 rot="5400000">
            <a:off x="82159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761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 rot="5400000">
            <a:off x="687096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 rot="5400000">
            <a:off x="715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 rot="5400000">
            <a:off x="744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 rot="5400000">
            <a:off x="769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 rot="5400000">
            <a:off x="816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7867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8119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7327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833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7039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7183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7687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45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46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47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48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749" name="Google Shape;114;p 10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50" name="PlaceHolder 1"/>
          <p:cNvSpPr>
            <a:spLocks noGrp="1"/>
          </p:cNvSpPr>
          <p:nvPr>
            <p:ph type="sldNum" idx="102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FD770B-E61B-46C9-9F22-FC73B821B95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51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5532480" y="942120"/>
            <a:ext cx="2434320" cy="1118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53" name=""/>
          <p:cNvSpPr/>
          <p:nvPr/>
        </p:nvSpPr>
        <p:spPr>
          <a:xfrm>
            <a:off x="5884200" y="1430640"/>
            <a:ext cx="2050200" cy="55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4927320" y="1039680"/>
            <a:ext cx="3161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5407200" y="3888000"/>
            <a:ext cx="3196800" cy="4528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6" name="PlaceHolder 22"/>
          <p:cNvSpPr/>
          <p:nvPr/>
        </p:nvSpPr>
        <p:spPr>
          <a:xfrm>
            <a:off x="685800" y="4932000"/>
            <a:ext cx="79970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7687800" y="17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8" name="PlaceHolder 23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 rot="5400000">
            <a:off x="69127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 rot="5400000">
            <a:off x="719460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 rot="5400000">
            <a:off x="74768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 rot="5400000">
            <a:off x="77234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 rot="5400000">
            <a:off x="82159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761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9" name=""/>
          <p:cNvSpPr/>
          <p:nvPr/>
        </p:nvSpPr>
        <p:spPr>
          <a:xfrm rot="5400000">
            <a:off x="6870960" y="3282480"/>
            <a:ext cx="528480" cy="220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 rot="5400000">
            <a:off x="715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 rot="5400000">
            <a:off x="744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 rot="5400000">
            <a:off x="769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 rot="5400000">
            <a:off x="816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7867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8119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7327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833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7039800" y="26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7183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7687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91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92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93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94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795" name="Google Shape;114;p 11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96" name="PlaceHolder 1"/>
          <p:cNvSpPr>
            <a:spLocks noGrp="1"/>
          </p:cNvSpPr>
          <p:nvPr>
            <p:ph type="sldNum" idx="103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E74C97-8FF4-4679-B98A-ADC848A7F70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>
            <a:off x="5532480" y="942120"/>
            <a:ext cx="2434320" cy="1118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99" name=""/>
          <p:cNvSpPr/>
          <p:nvPr/>
        </p:nvSpPr>
        <p:spPr>
          <a:xfrm>
            <a:off x="5884200" y="1430640"/>
            <a:ext cx="2050200" cy="55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4927320" y="1039680"/>
            <a:ext cx="3161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1" name=""/>
          <p:cNvSpPr/>
          <p:nvPr/>
        </p:nvSpPr>
        <p:spPr>
          <a:xfrm>
            <a:off x="5407200" y="3888000"/>
            <a:ext cx="3196800" cy="4528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2" name="PlaceHolder 29"/>
          <p:cNvSpPr/>
          <p:nvPr/>
        </p:nvSpPr>
        <p:spPr>
          <a:xfrm>
            <a:off x="685800" y="4932000"/>
            <a:ext cx="79970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7687800" y="17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4" name="PlaceHolder 30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 rot="5400000">
            <a:off x="69127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 rot="5400000">
            <a:off x="719460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7" name=""/>
          <p:cNvSpPr/>
          <p:nvPr/>
        </p:nvSpPr>
        <p:spPr>
          <a:xfrm rot="5400000">
            <a:off x="74768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8" name=""/>
          <p:cNvSpPr/>
          <p:nvPr/>
        </p:nvSpPr>
        <p:spPr>
          <a:xfrm rot="5400000">
            <a:off x="772344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9" name=""/>
          <p:cNvSpPr/>
          <p:nvPr/>
        </p:nvSpPr>
        <p:spPr>
          <a:xfrm rot="5400000">
            <a:off x="8215920" y="4008600"/>
            <a:ext cx="4438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761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 rot="5400000">
            <a:off x="6870960" y="3282480"/>
            <a:ext cx="528480" cy="220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 rot="5400000">
            <a:off x="715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 rot="5400000">
            <a:off x="744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 rot="5400000">
            <a:off x="7699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9" name=""/>
          <p:cNvSpPr/>
          <p:nvPr/>
        </p:nvSpPr>
        <p:spPr>
          <a:xfrm rot="5400000">
            <a:off x="8167320" y="3282480"/>
            <a:ext cx="528480" cy="220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7867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8119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7327800" y="2658240"/>
            <a:ext cx="225360" cy="22536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8335800" y="2658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8" name=""/>
          <p:cNvSpPr/>
          <p:nvPr/>
        </p:nvSpPr>
        <p:spPr>
          <a:xfrm>
            <a:off x="7039800" y="2658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7183800" y="2190240"/>
            <a:ext cx="225360" cy="22536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7687800" y="2190240"/>
            <a:ext cx="225360" cy="225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1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6" name="Google Shape;114;p 12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37" name="PlaceHolder 1"/>
          <p:cNvSpPr>
            <a:spLocks noGrp="1"/>
          </p:cNvSpPr>
          <p:nvPr>
            <p:ph type="sldNum" idx="104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859C69-B797-4644-BC7E-BF5BD615BE2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8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Memory Isolation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9" name="PlaceHolder 36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boot, the Security Monitor (SM) sets up a component called the Physical Memory Protections (PMP) 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Divides memory and assigns to modes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Resides in each core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If a memory request from an application does not have access, it is denied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6001560" y="2021400"/>
            <a:ext cx="5500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6109920" y="2382840"/>
            <a:ext cx="2146680" cy="12715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42" name=""/>
          <p:cNvSpPr/>
          <p:nvPr/>
        </p:nvSpPr>
        <p:spPr>
          <a:xfrm>
            <a:off x="7164360" y="2021400"/>
            <a:ext cx="36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43" name=""/>
          <p:cNvSpPr/>
          <p:nvPr/>
        </p:nvSpPr>
        <p:spPr>
          <a:xfrm flipH="1">
            <a:off x="7761600" y="2021400"/>
            <a:ext cx="6832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6109920" y="2408400"/>
            <a:ext cx="1770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>
            <a:off x="5257800" y="943200"/>
            <a:ext cx="3818160" cy="108756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5371920" y="1294200"/>
            <a:ext cx="1023120" cy="5454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6677280" y="1294200"/>
            <a:ext cx="988560" cy="5454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7921800" y="1294200"/>
            <a:ext cx="1042560" cy="5454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5393520" y="945000"/>
            <a:ext cx="35510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0" name="PlaceHolder 37"/>
          <p:cNvSpPr/>
          <p:nvPr/>
        </p:nvSpPr>
        <p:spPr>
          <a:xfrm>
            <a:off x="228960" y="4932000"/>
            <a:ext cx="86828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Dayeol Lee, David Kohlbrenner, Shweta Shinde, Krste Asanovic, and Dawn Song, Keystone: An Open Framework for Architecting Trusted Execution Environments, EuroSys 2020.</a:t>
            </a:r>
            <a:endParaRPr b="0" lang="en-US" sz="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7099200" y="2707200"/>
            <a:ext cx="911160" cy="9111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7086600" y="2671200"/>
            <a:ext cx="9111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7207200" y="2968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7207200" y="318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7207200" y="340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5787000" y="3814200"/>
            <a:ext cx="2739960" cy="9111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5839200" y="3868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5839200" y="408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5839200" y="430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0" name="Google Shape;114;p 8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61" name="PlaceHolder 1"/>
          <p:cNvSpPr>
            <a:spLocks noGrp="1"/>
          </p:cNvSpPr>
          <p:nvPr>
            <p:ph type="sldNum" idx="105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125AF3-1000-4904-A1E0-1EC4F4FF2A9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511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3" name="PlaceHolder 42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5787000" y="3814200"/>
            <a:ext cx="2739960" cy="9111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5839200" y="3868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5839200" y="408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5839200" y="430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290880" y="4800600"/>
            <a:ext cx="86986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9" name=""/>
          <p:cNvSpPr/>
          <p:nvPr/>
        </p:nvSpPr>
        <p:spPr>
          <a:xfrm>
            <a:off x="6172200" y="2635200"/>
            <a:ext cx="2054160" cy="9111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6109920" y="2624400"/>
            <a:ext cx="2116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6894000" y="3135240"/>
            <a:ext cx="1139760" cy="3751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2" name=""/>
          <p:cNvSpPr/>
          <p:nvPr/>
        </p:nvSpPr>
        <p:spPr>
          <a:xfrm>
            <a:off x="6109920" y="1158840"/>
            <a:ext cx="2146680" cy="12715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73" name=""/>
          <p:cNvSpPr/>
          <p:nvPr/>
        </p:nvSpPr>
        <p:spPr>
          <a:xfrm>
            <a:off x="6109920" y="1184400"/>
            <a:ext cx="1770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7099200" y="1483200"/>
            <a:ext cx="911160" cy="9111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7207200" y="174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7207200" y="196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7" name=""/>
          <p:cNvSpPr/>
          <p:nvPr/>
        </p:nvSpPr>
        <p:spPr>
          <a:xfrm>
            <a:off x="7207200" y="2176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8" name="Google Shape;114;p 13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79" name="PlaceHolder 1"/>
          <p:cNvSpPr>
            <a:spLocks noGrp="1"/>
          </p:cNvSpPr>
          <p:nvPr>
            <p:ph type="sldNum" idx="106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0EA2DE-665A-4572-84EC-21D15E98126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80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1" name="PlaceHolder 48"/>
          <p:cNvSpPr/>
          <p:nvPr/>
        </p:nvSpPr>
        <p:spPr>
          <a:xfrm>
            <a:off x="343080" y="830160"/>
            <a:ext cx="491148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5787000" y="3814200"/>
            <a:ext cx="2739960" cy="9111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3" name=""/>
          <p:cNvSpPr/>
          <p:nvPr/>
        </p:nvSpPr>
        <p:spPr>
          <a:xfrm>
            <a:off x="5839200" y="3868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5839200" y="408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5" name=""/>
          <p:cNvSpPr/>
          <p:nvPr/>
        </p:nvSpPr>
        <p:spPr>
          <a:xfrm>
            <a:off x="5839200" y="430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6" name=""/>
          <p:cNvSpPr/>
          <p:nvPr/>
        </p:nvSpPr>
        <p:spPr>
          <a:xfrm>
            <a:off x="290880" y="4800600"/>
            <a:ext cx="86986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5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7" name=""/>
          <p:cNvSpPr/>
          <p:nvPr/>
        </p:nvSpPr>
        <p:spPr>
          <a:xfrm>
            <a:off x="5715000" y="837720"/>
            <a:ext cx="2896560" cy="288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6172200" y="2635200"/>
            <a:ext cx="2054160" cy="9111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6109920" y="2624400"/>
            <a:ext cx="2116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0" name=""/>
          <p:cNvSpPr/>
          <p:nvPr/>
        </p:nvSpPr>
        <p:spPr>
          <a:xfrm>
            <a:off x="6894000" y="3135240"/>
            <a:ext cx="1139760" cy="3751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5922720" y="1086120"/>
            <a:ext cx="2496240" cy="141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acb2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92" name=""/>
          <p:cNvSpPr/>
          <p:nvPr/>
        </p:nvSpPr>
        <p:spPr>
          <a:xfrm>
            <a:off x="6109920" y="1158840"/>
            <a:ext cx="2146680" cy="12715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93" name=""/>
          <p:cNvSpPr/>
          <p:nvPr/>
        </p:nvSpPr>
        <p:spPr>
          <a:xfrm>
            <a:off x="6109920" y="1184400"/>
            <a:ext cx="1770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7099200" y="1483200"/>
            <a:ext cx="911160" cy="9111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5" name=""/>
          <p:cNvSpPr/>
          <p:nvPr/>
        </p:nvSpPr>
        <p:spPr>
          <a:xfrm>
            <a:off x="6078600" y="835200"/>
            <a:ext cx="9111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CPU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7207200" y="1744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7" name=""/>
          <p:cNvSpPr/>
          <p:nvPr/>
        </p:nvSpPr>
        <p:spPr>
          <a:xfrm>
            <a:off x="7207200" y="1960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7207200" y="2176200"/>
            <a:ext cx="682560" cy="1929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9" name=""/>
          <p:cNvSpPr/>
          <p:nvPr/>
        </p:nvSpPr>
        <p:spPr>
          <a:xfrm>
            <a:off x="5250600" y="835560"/>
            <a:ext cx="9111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SoC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0" name="Google Shape;114;p 6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01" name="PlaceHolder 1"/>
          <p:cNvSpPr>
            <a:spLocks noGrp="1"/>
          </p:cNvSpPr>
          <p:nvPr>
            <p:ph type="sldNum" idx="107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3AFDD6-725B-4B4B-ABEB-8FE86EE7B8A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02" name="PlaceHolder 2"/>
          <p:cNvSpPr>
            <a:spLocks noGrp="1"/>
          </p:cNvSpPr>
          <p:nvPr>
            <p:ph/>
          </p:nvPr>
        </p:nvSpPr>
        <p:spPr>
          <a:xfrm>
            <a:off x="343080" y="786600"/>
            <a:ext cx="5597640" cy="42382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is an open-source, cycle-accurate architecture emulation platform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Allows end-to-end development including full-system simulation &amp; benchmarks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Breaks hardware description into different layers, enabling researchers to edit any aspect of an implementation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is helpful, but also results in a colossal codebase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511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gem5 Simulation Suite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11880" y="4896000"/>
            <a:ext cx="91173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Jason Lowe-Power, Abdul Mutaal Ahmad, Ayaz Akram, Mohammad Alian, et al. (2007), The gem5 Simulator: Version 20.0+ (arXiv)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5" name=""/>
          <p:cNvSpPr/>
          <p:nvPr/>
        </p:nvSpPr>
        <p:spPr>
          <a:xfrm>
            <a:off x="6293160" y="3026520"/>
            <a:ext cx="2027520" cy="121680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906" name=""/>
          <p:cNvSpPr/>
          <p:nvPr/>
        </p:nvSpPr>
        <p:spPr>
          <a:xfrm>
            <a:off x="6490800" y="3433320"/>
            <a:ext cx="1618560" cy="63648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6545520" y="3095640"/>
            <a:ext cx="1632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6273720" y="2686320"/>
            <a:ext cx="208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9" name=""/>
          <p:cNvSpPr/>
          <p:nvPr/>
        </p:nvSpPr>
        <p:spPr>
          <a:xfrm>
            <a:off x="6436080" y="846720"/>
            <a:ext cx="1760040" cy="135468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910" name=""/>
          <p:cNvSpPr/>
          <p:nvPr/>
        </p:nvSpPr>
        <p:spPr>
          <a:xfrm>
            <a:off x="6565680" y="1179360"/>
            <a:ext cx="1477800" cy="90900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911" name=""/>
          <p:cNvSpPr/>
          <p:nvPr/>
        </p:nvSpPr>
        <p:spPr>
          <a:xfrm>
            <a:off x="6631920" y="1195560"/>
            <a:ext cx="1172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6533280" y="831600"/>
            <a:ext cx="1171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3" name=""/>
          <p:cNvSpPr/>
          <p:nvPr/>
        </p:nvSpPr>
        <p:spPr>
          <a:xfrm>
            <a:off x="6758280" y="1590480"/>
            <a:ext cx="1124640" cy="41724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7310880" y="220644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915" name=""/>
          <p:cNvSpPr/>
          <p:nvPr/>
        </p:nvSpPr>
        <p:spPr>
          <a:xfrm>
            <a:off x="6172200" y="2686680"/>
            <a:ext cx="2297520" cy="163224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6" name="Google Shape;114;p 14"/>
          <p:cNvCxnSpPr/>
          <p:nvPr/>
        </p:nvCxnSpPr>
        <p:spPr>
          <a:xfrm>
            <a:off x="204480" y="721440"/>
            <a:ext cx="8750880" cy="1620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17" name="PlaceHolder 1"/>
          <p:cNvSpPr>
            <a:spLocks noGrp="1"/>
          </p:cNvSpPr>
          <p:nvPr>
            <p:ph type="sldNum" idx="108"/>
          </p:nvPr>
        </p:nvSpPr>
        <p:spPr>
          <a:xfrm>
            <a:off x="8472600" y="4633560"/>
            <a:ext cx="532800" cy="3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144D3E-90AC-40EA-9738-EE900CD837E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18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280" cy="90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Challenges with 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3180600" y="3184200"/>
            <a:ext cx="2740320" cy="168012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4095000" y="4026600"/>
            <a:ext cx="911520" cy="6091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Linux Kernel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5009400" y="4026600"/>
            <a:ext cx="911520" cy="6091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Disk Image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2" name=""/>
          <p:cNvSpPr/>
          <p:nvPr/>
        </p:nvSpPr>
        <p:spPr>
          <a:xfrm>
            <a:off x="3409200" y="3267000"/>
            <a:ext cx="22831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gem5 Pre-compiled Resources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3180600" y="4026600"/>
            <a:ext cx="911520" cy="6091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Boot-loader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4" name="PlaceHolder 66"/>
          <p:cNvSpPr/>
          <p:nvPr/>
        </p:nvSpPr>
        <p:spPr>
          <a:xfrm>
            <a:off x="343080" y="830160"/>
            <a:ext cx="8340840" cy="37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This work requires the use of gem5 full-system emulation, while many aspects of gem5 enable research, some also hinder progress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Scattered source files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Lots of detail, making high-level understanding non-trivial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FS requires gem5 resources and pre-compiled binaries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sldNum" idx="109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735872-AE1F-411D-9CC1-23F6975DB17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26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Direction / Future Work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27" name="Google Shape;106;p 3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28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5363280" cy="4191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Implementing a RISC-V TEE in gem5: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 adding cache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Incorporating caches into secure memory through “board”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Entirely different way of connecting things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PMP is included in any RISCV cpu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What is my contribution?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Until now, I have been just trying to implement Zach’s work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Deeper understanding of attack methods (winter break project?)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29" name="" descr=""/>
          <p:cNvPicPr/>
          <p:nvPr/>
        </p:nvPicPr>
        <p:blipFill>
          <a:blip r:embed="rId1"/>
          <a:stretch/>
        </p:blipFill>
        <p:spPr>
          <a:xfrm>
            <a:off x="5734440" y="1238400"/>
            <a:ext cx="3172320" cy="3078000"/>
          </a:xfrm>
          <a:prstGeom prst="rect">
            <a:avLst/>
          </a:prstGeom>
          <a:ln w="0">
            <a:noFill/>
          </a:ln>
        </p:spPr>
      </p:pic>
      <p:sp>
        <p:nvSpPr>
          <p:cNvPr id="930" name=""/>
          <p:cNvSpPr/>
          <p:nvPr/>
        </p:nvSpPr>
        <p:spPr>
          <a:xfrm>
            <a:off x="5943600" y="4572000"/>
            <a:ext cx="2278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808080"/>
                </a:solidFill>
                <a:uFillTx/>
                <a:latin typeface="Times New Roman"/>
              </a:rPr>
              <a:t>Moolman, Z. &amp; Lehman T.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sldNum" idx="110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9CA941-F37E-4360-B11C-0BA32A570FB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32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Gap &amp; Contribution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33" name="Google Shape;106;p 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34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8335440" cy="4191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A Midsummer Nights Tree (AMNT) by Sam Thomas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Crash consistent secure memory protocol by defining write-back protocols that sync the on-chip BMT root &amp; stored leaf counters in off-chip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Limitations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6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320" cy="3485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Computational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37" name="Google Shape;180;p25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38" name="PlaceHolder 3"/>
          <p:cNvSpPr>
            <a:spLocks noGrp="1"/>
          </p:cNvSpPr>
          <p:nvPr>
            <p:ph type="sldNum" idx="111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611836-8054-40FE-A7BE-685D2FF3DD7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sldNum" idx="112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8BF596-D01E-4AB3-B544-C4359B6F9EA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40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Sensitivity Analysis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1" name="Google Shape;106;p 2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42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7883640" cy="4191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How does a variable PMP size affect performance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Efficient PMP packing: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Currently, gem5 implements Naturally Aligned Power of Two (NAPOT) packing, which requires the base address to be aligned by a power of two.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Simple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4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320" cy="44200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gem5 vs. Secure Memory implementation (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version 24.0.0.1</a:t>
            </a: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864000" indent="0">
              <a:lnSpc>
                <a:spcPct val="9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Benchmark: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1,000 accesses on 1GB array of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 caches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 requires an increase in both runtime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5" name="Google Shape;140;p 1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46" name="PlaceHolder 3"/>
          <p:cNvSpPr>
            <a:spLocks noGrp="1"/>
          </p:cNvSpPr>
          <p:nvPr>
            <p:ph type="sldNum" idx="113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13F17F-B425-4E84-B44F-E67FA3FB120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graphicFrame>
        <p:nvGraphicFramePr>
          <p:cNvPr id="947" name=""/>
          <p:cNvGraphicFramePr/>
          <p:nvPr/>
        </p:nvGraphicFramePr>
        <p:xfrm>
          <a:off x="2039400" y="2683440"/>
          <a:ext cx="5075280" cy="1397160"/>
        </p:xfrm>
        <a:graphic>
          <a:graphicData uri="http://schemas.openxmlformats.org/drawingml/2006/table">
            <a:tbl>
              <a:tblPr/>
              <a:tblGrid>
                <a:gridCol w="1268640"/>
                <a:gridCol w="1268640"/>
                <a:gridCol w="1268640"/>
                <a:gridCol w="1269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Simulated Time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(Seconds)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Host Memory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(MB)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Number of Instructions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(thousands)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Base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.00388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1.18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Secure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.014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3.43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48" name=""/>
          <p:cNvSpPr/>
          <p:nvPr/>
        </p:nvSpPr>
        <p:spPr>
          <a:xfrm>
            <a:off x="1480680" y="2561400"/>
            <a:ext cx="1820160" cy="75276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160" cy="913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Cache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0" name="Google Shape;140;p 3"/>
          <p:cNvCxnSpPr/>
          <p:nvPr/>
        </p:nvCxnSpPr>
        <p:spPr>
          <a:xfrm>
            <a:off x="204480" y="721440"/>
            <a:ext cx="8744400" cy="972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51" name="PlaceHolder 2"/>
          <p:cNvSpPr>
            <a:spLocks noGrp="1"/>
          </p:cNvSpPr>
          <p:nvPr>
            <p:ph type="sldNum" idx="114"/>
          </p:nvPr>
        </p:nvSpPr>
        <p:spPr>
          <a:xfrm>
            <a:off x="8472600" y="463356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8230A4-62E1-410C-91FB-BC9CEF5E877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13800" y="1636200"/>
            <a:ext cx="2004120" cy="151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Base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>
            <a:off x="613800" y="3231720"/>
            <a:ext cx="2004120" cy="151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Secure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4" name=""/>
          <p:cNvSpPr/>
          <p:nvPr/>
        </p:nvSpPr>
        <p:spPr>
          <a:xfrm>
            <a:off x="2625480" y="1645200"/>
            <a:ext cx="1638360" cy="754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2625480" y="2395440"/>
            <a:ext cx="1638360" cy="754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6" name=""/>
          <p:cNvSpPr/>
          <p:nvPr/>
        </p:nvSpPr>
        <p:spPr>
          <a:xfrm>
            <a:off x="2625840" y="3229200"/>
            <a:ext cx="1638360" cy="754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2625840" y="3979440"/>
            <a:ext cx="1638360" cy="754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4262400" y="1182960"/>
            <a:ext cx="1364040" cy="44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Simulated Time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(seconds)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9" name=""/>
          <p:cNvSpPr/>
          <p:nvPr/>
        </p:nvSpPr>
        <p:spPr>
          <a:xfrm>
            <a:off x="5630760" y="1183320"/>
            <a:ext cx="1364040" cy="44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Host Memory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(MB)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6999120" y="1183680"/>
            <a:ext cx="1364040" cy="44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Times New Roman"/>
              </a:rPr>
              <a:t>Number of Instructions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1" name=""/>
          <p:cNvSpPr/>
          <p:nvPr/>
        </p:nvSpPr>
        <p:spPr>
          <a:xfrm>
            <a:off x="4262760" y="164196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.003880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5631120" y="164232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3" name=""/>
          <p:cNvSpPr/>
          <p:nvPr/>
        </p:nvSpPr>
        <p:spPr>
          <a:xfrm>
            <a:off x="6999480" y="164268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4263120" y="239832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.000069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5" name=""/>
          <p:cNvSpPr/>
          <p:nvPr/>
        </p:nvSpPr>
        <p:spPr>
          <a:xfrm>
            <a:off x="5631480" y="239868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6999840" y="239904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7" name=""/>
          <p:cNvSpPr/>
          <p:nvPr/>
        </p:nvSpPr>
        <p:spPr>
          <a:xfrm>
            <a:off x="4263120" y="322632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.014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8" name=""/>
          <p:cNvSpPr/>
          <p:nvPr/>
        </p:nvSpPr>
        <p:spPr>
          <a:xfrm>
            <a:off x="5631480" y="322668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3.43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9" name=""/>
          <p:cNvSpPr/>
          <p:nvPr/>
        </p:nvSpPr>
        <p:spPr>
          <a:xfrm>
            <a:off x="6999840" y="322704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4263480" y="398268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.000531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1" name=""/>
          <p:cNvSpPr/>
          <p:nvPr/>
        </p:nvSpPr>
        <p:spPr>
          <a:xfrm>
            <a:off x="5631840" y="398304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2" name=""/>
          <p:cNvSpPr/>
          <p:nvPr/>
        </p:nvSpPr>
        <p:spPr>
          <a:xfrm>
            <a:off x="7000200" y="3983400"/>
            <a:ext cx="1372680" cy="75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3" name=""/>
          <p:cNvSpPr/>
          <p:nvPr/>
        </p:nvSpPr>
        <p:spPr>
          <a:xfrm>
            <a:off x="2642760" y="1183320"/>
            <a:ext cx="1620000" cy="449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Cache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0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695</TotalTime>
  <Application>LibreOffice/24.8.2.1$MacOSX_AARCH64 LibreOffice_project/0f794b6e29741098670a3b95d60478a65d05ef13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2026-04-07T16:26:13Z</dcterms:modified>
  <cp:revision>92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